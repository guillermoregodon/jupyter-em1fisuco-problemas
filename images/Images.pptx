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2" r:id="rId3"/>
    <p:sldId id="281" r:id="rId4"/>
    <p:sldId id="283" r:id="rId5"/>
    <p:sldId id="284" r:id="rId6"/>
    <p:sldId id="285" r:id="rId7"/>
    <p:sldId id="256" r:id="rId8"/>
    <p:sldId id="286" r:id="rId9"/>
    <p:sldId id="288" r:id="rId10"/>
    <p:sldId id="287" r:id="rId11"/>
    <p:sldId id="258" r:id="rId12"/>
    <p:sldId id="257" r:id="rId13"/>
    <p:sldId id="289" r:id="rId14"/>
    <p:sldId id="290" r:id="rId15"/>
    <p:sldId id="291" r:id="rId16"/>
    <p:sldId id="292" r:id="rId17"/>
    <p:sldId id="294" r:id="rId18"/>
    <p:sldId id="295" r:id="rId19"/>
    <p:sldId id="293" r:id="rId20"/>
    <p:sldId id="296" r:id="rId21"/>
    <p:sldId id="297" r:id="rId22"/>
    <p:sldId id="263" r:id="rId23"/>
    <p:sldId id="304" r:id="rId24"/>
    <p:sldId id="271" r:id="rId25"/>
    <p:sldId id="299" r:id="rId26"/>
    <p:sldId id="300" r:id="rId27"/>
    <p:sldId id="301" r:id="rId28"/>
    <p:sldId id="298" r:id="rId29"/>
    <p:sldId id="302" r:id="rId30"/>
    <p:sldId id="303" r:id="rId31"/>
    <p:sldId id="259" r:id="rId32"/>
    <p:sldId id="260" r:id="rId33"/>
    <p:sldId id="262" r:id="rId34"/>
    <p:sldId id="261" r:id="rId35"/>
    <p:sldId id="264" r:id="rId36"/>
    <p:sldId id="265" r:id="rId37"/>
    <p:sldId id="266" r:id="rId38"/>
    <p:sldId id="268" r:id="rId39"/>
    <p:sldId id="269" r:id="rId40"/>
    <p:sldId id="270" r:id="rId41"/>
    <p:sldId id="272" r:id="rId42"/>
    <p:sldId id="273" r:id="rId43"/>
    <p:sldId id="274" r:id="rId44"/>
    <p:sldId id="275" r:id="rId45"/>
    <p:sldId id="276" r:id="rId46"/>
    <p:sldId id="277" r:id="rId47"/>
    <p:sldId id="278" r:id="rId48"/>
    <p:sldId id="279" r:id="rId49"/>
  </p:sldIdLst>
  <p:sldSz cx="12192000" cy="6858000"/>
  <p:notesSz cx="6858000" cy="9144000"/>
  <p:defaultTextStyle>
    <a:defPPr>
      <a:defRPr lang="en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928"/>
    <p:restoredTop sz="94529"/>
  </p:normalViewPr>
  <p:slideViewPr>
    <p:cSldViewPr snapToGrid="0">
      <p:cViewPr varScale="1">
        <p:scale>
          <a:sx n="108" d="100"/>
          <a:sy n="108" d="100"/>
        </p:scale>
        <p:origin x="200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BCAFF-7E14-72F9-0B81-CF8C5D9FE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1C57B6-FBE3-8E83-411C-BB907B1F7E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1F491-9AAD-E034-6C41-F5A3C8348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15/12/25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F7856-33A6-E28F-BFA7-2CE721388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AA6EC-D1B2-BC29-0FFE-131798958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000276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F32A0-6F04-465A-518C-6259AC978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32D2-52B3-ED5B-4682-F8A7FCED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E0069-E928-DF73-912B-1105A8A95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15/12/25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27E5E-19F7-09E4-8739-C04E5B6D3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78AB2-D164-395D-EAF1-D2CC7775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35502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6576-5384-01AA-6F0E-895B323A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CB6F9D-8EE4-F564-4D59-34243E457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1B5F2-CB1F-9DC0-6C9D-6547315F3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15/12/25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8B198-E13C-837A-46B3-5E940126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C894D-88F7-0815-F06D-1B490171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267769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C739-B656-D26C-6DC0-A790622A9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3F1AF-C93F-98A0-48B6-CB7EC9B67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5BD126-7639-9EFD-0110-F67485EDA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A0E2A-05ED-3D91-2239-E7E8A888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15/12/25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81486-AF42-611E-5E08-B4C7C0613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B7CAC-05DA-4964-B512-022FE2604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542662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AAA42-A526-F1F1-991B-BA2784D65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32A0B6-67D0-2E53-FC9B-408B52B0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113B63-1E91-8FD8-D799-BB7C850B02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6BC4F7-E40F-9EE8-3C23-F3863A223A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FE42C-D597-FA61-F00A-18C62D65D9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175AD8-7FA6-2CD4-A56F-449881F5B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15/12/25</a:t>
            </a:fld>
            <a:endParaRPr lang="en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F0AF2E-1C6C-B9C1-BAEF-05FFA7264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BEC6A8-8E86-C13D-5D15-48F3DB0DD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458177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22E1-87EC-2AA0-DA07-6E7017933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379E9D-1DD4-2E47-733B-9E8425CD0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15/12/25</a:t>
            </a:fld>
            <a:endParaRPr lang="en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29EAB6-1529-45DA-6824-5B3CF0FCB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F0835-CE2F-0FD3-9F19-D732F5A4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06746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02B38F-FAB3-09F7-2FA3-C0019659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15/12/25</a:t>
            </a:fld>
            <a:endParaRPr lang="en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4EBEAA-2719-3A96-20DC-3FF21C738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F59C4C-9E10-895F-80BC-D3077374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686361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BFC7-955D-D752-6AD1-D5D150981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B7D16-B502-9985-32ED-8DABC87D3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4E998E-8969-84AD-6987-C588BC623A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81794-1050-6ACC-D7F0-F21B0441D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15/12/25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C848E-48FD-6411-B797-71B70D8D7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0E9F9-6409-DEF4-1D87-85BACD68C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53383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EC773-E851-51C6-3DF9-2017A5760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A8911-F31E-E5F5-2E8F-3CA04F90E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30AEC-7429-9277-D809-2B43B923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3AC44A-5094-2F76-95B9-452676868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15/12/25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F2764-DB22-7894-CA8A-CE99386A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AA7740-D461-031D-500F-5CFD94AD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277179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5EBF7-6A88-460F-1AB8-6B1ABD51C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20E2C-B995-CE56-E5A3-F17F03CD6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80B305-1152-FB8D-662D-656BA3429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15/12/25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5F255-59D9-F3F7-82FD-50AAB9FA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E6DFB-DF41-AA80-B432-AB4E7355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33038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0B1830-7BB1-3A68-92FD-F0DAC19BEB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3E9110-04F2-33A7-6B58-CDF4F92C1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F9387-1A54-DC0C-1D56-6E489FA2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15/12/25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77506-6196-F734-0036-61B83C53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0120D-6234-399F-EA4B-ACAE71C9B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72720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27F1A1-09B0-B084-84A6-B4910E025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00212-1E81-C7FF-D991-3834733C6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20337-62EF-FA18-CAFD-12A7BFF01E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48513D-C823-C342-87AA-C2EB607FA67A}" type="datetimeFigureOut">
              <a:rPr lang="en-ES" smtClean="0"/>
              <a:t>15/12/25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E88FC-D3EC-1DCA-0413-2AE3AD43E4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B71A8-0D8E-2187-EEAB-E5B421B984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21218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EE67-FBBB-143C-A813-9A9FD9944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B1.S1.1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AD3333-7658-F0C3-D776-94AF45A4F902}"/>
              </a:ext>
            </a:extLst>
          </p:cNvPr>
          <p:cNvCxnSpPr/>
          <p:nvPr/>
        </p:nvCxnSpPr>
        <p:spPr>
          <a:xfrm>
            <a:off x="1731264" y="4974336"/>
            <a:ext cx="351129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36AF308D-071A-8BF3-9D42-C5813D6D7250}"/>
              </a:ext>
            </a:extLst>
          </p:cNvPr>
          <p:cNvSpPr/>
          <p:nvPr/>
        </p:nvSpPr>
        <p:spPr>
          <a:xfrm rot="16200000">
            <a:off x="3334512" y="3651504"/>
            <a:ext cx="304800" cy="35112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4429A-1379-D02D-FA5F-2232240CB4F2}"/>
              </a:ext>
            </a:extLst>
          </p:cNvPr>
          <p:cNvSpPr txBox="1"/>
          <p:nvPr/>
        </p:nvSpPr>
        <p:spPr>
          <a:xfrm>
            <a:off x="4242816" y="4328005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0A381D4-5D9D-9855-D418-EEC5D7BE7646}"/>
              </a:ext>
            </a:extLst>
          </p:cNvPr>
          <p:cNvCxnSpPr/>
          <p:nvPr/>
        </p:nvCxnSpPr>
        <p:spPr>
          <a:xfrm flipH="1" flipV="1">
            <a:off x="1194816" y="2560320"/>
            <a:ext cx="536448" cy="7315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DC3183C-0C63-DDBE-A4EB-ED184D0B177B}"/>
              </a:ext>
            </a:extLst>
          </p:cNvPr>
          <p:cNvSpPr txBox="1"/>
          <p:nvPr/>
        </p:nvSpPr>
        <p:spPr>
          <a:xfrm>
            <a:off x="1510691" y="2363015"/>
            <a:ext cx="441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D71565-DC44-D31C-DDB7-6404F0763A89}"/>
              </a:ext>
            </a:extLst>
          </p:cNvPr>
          <p:cNvSpPr txBox="1"/>
          <p:nvPr/>
        </p:nvSpPr>
        <p:spPr>
          <a:xfrm>
            <a:off x="1498499" y="221047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588536-62C9-38F3-72A3-A11FF326F162}"/>
              </a:ext>
            </a:extLst>
          </p:cNvPr>
          <p:cNvSpPr txBox="1"/>
          <p:nvPr/>
        </p:nvSpPr>
        <p:spPr>
          <a:xfrm>
            <a:off x="3266339" y="5516800"/>
            <a:ext cx="4154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DA15103E-D7DD-7878-1E56-3389EFC4D0D6}"/>
              </a:ext>
            </a:extLst>
          </p:cNvPr>
          <p:cNvSpPr/>
          <p:nvPr/>
        </p:nvSpPr>
        <p:spPr>
          <a:xfrm>
            <a:off x="1181360" y="3291840"/>
            <a:ext cx="304800" cy="16824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C872-589B-06FA-9386-EB6F99A228DD}"/>
              </a:ext>
            </a:extLst>
          </p:cNvPr>
          <p:cNvSpPr txBox="1"/>
          <p:nvPr/>
        </p:nvSpPr>
        <p:spPr>
          <a:xfrm>
            <a:off x="779318" y="3809922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1464B8-CEAF-9C60-4CDB-1900705C3BC7}"/>
              </a:ext>
            </a:extLst>
          </p:cNvPr>
          <p:cNvSpPr txBox="1"/>
          <p:nvPr/>
        </p:nvSpPr>
        <p:spPr>
          <a:xfrm>
            <a:off x="10297136" y="400483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18FF8C-9E65-9DE4-313D-35045B20BECC}"/>
              </a:ext>
            </a:extLst>
          </p:cNvPr>
          <p:cNvCxnSpPr>
            <a:cxnSpLocks/>
          </p:cNvCxnSpPr>
          <p:nvPr/>
        </p:nvCxnSpPr>
        <p:spPr>
          <a:xfrm flipV="1">
            <a:off x="7392528" y="1634777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D594AC3-AD35-06AF-3409-3C41D8B34846}"/>
              </a:ext>
            </a:extLst>
          </p:cNvPr>
          <p:cNvSpPr txBox="1"/>
          <p:nvPr/>
        </p:nvSpPr>
        <p:spPr>
          <a:xfrm>
            <a:off x="10729739" y="496816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B285CD-9F93-00D2-DF28-FC342818C8E5}"/>
              </a:ext>
            </a:extLst>
          </p:cNvPr>
          <p:cNvSpPr txBox="1"/>
          <p:nvPr/>
        </p:nvSpPr>
        <p:spPr>
          <a:xfrm>
            <a:off x="6760780" y="2883330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CAFFD0-43BC-642B-0F68-E01199DE2599}"/>
              </a:ext>
            </a:extLst>
          </p:cNvPr>
          <p:cNvCxnSpPr>
            <a:cxnSpLocks/>
          </p:cNvCxnSpPr>
          <p:nvPr/>
        </p:nvCxnSpPr>
        <p:spPr>
          <a:xfrm>
            <a:off x="7392528" y="4858512"/>
            <a:ext cx="409843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1533C65-011B-8195-EEEF-C8DD5128C7F0}"/>
              </a:ext>
            </a:extLst>
          </p:cNvPr>
          <p:cNvCxnSpPr/>
          <p:nvPr/>
        </p:nvCxnSpPr>
        <p:spPr>
          <a:xfrm>
            <a:off x="7392528" y="4858512"/>
            <a:ext cx="3511296" cy="0"/>
          </a:xfrm>
          <a:prstGeom prst="line">
            <a:avLst/>
          </a:prstGeom>
          <a:ln w="69850"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641B81F-D51A-63B1-D624-F2B2BEF17BCF}"/>
              </a:ext>
            </a:extLst>
          </p:cNvPr>
          <p:cNvCxnSpPr>
            <a:cxnSpLocks/>
          </p:cNvCxnSpPr>
          <p:nvPr/>
        </p:nvCxnSpPr>
        <p:spPr>
          <a:xfrm flipH="1" flipV="1">
            <a:off x="6778166" y="2461191"/>
            <a:ext cx="614362" cy="731520"/>
          </a:xfrm>
          <a:prstGeom prst="straightConnector1">
            <a:avLst/>
          </a:prstGeom>
          <a:ln w="69850">
            <a:solidFill>
              <a:schemeClr val="tx1"/>
            </a:solidFill>
            <a:headEnd type="oval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7E51FE8-9464-B77E-75E2-13BB9F42841F}"/>
              </a:ext>
            </a:extLst>
          </p:cNvPr>
          <p:cNvCxnSpPr>
            <a:cxnSpLocks/>
          </p:cNvCxnSpPr>
          <p:nvPr/>
        </p:nvCxnSpPr>
        <p:spPr>
          <a:xfrm>
            <a:off x="7453488" y="3258836"/>
            <a:ext cx="1415322" cy="161186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758A797-65BE-E7C3-91CE-EA2E89497189}"/>
              </a:ext>
            </a:extLst>
          </p:cNvPr>
          <p:cNvSpPr txBox="1"/>
          <p:nvPr/>
        </p:nvSpPr>
        <p:spPr>
          <a:xfrm>
            <a:off x="6927370" y="476082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03B182-D3A6-9CC0-E785-D012F46EFF6B}"/>
              </a:ext>
            </a:extLst>
          </p:cNvPr>
          <p:cNvSpPr txBox="1"/>
          <p:nvPr/>
        </p:nvSpPr>
        <p:spPr>
          <a:xfrm>
            <a:off x="6778166" y="2015513"/>
            <a:ext cx="6286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u</a:t>
            </a:r>
            <a:r>
              <a:rPr lang="en-ES" sz="3600" baseline="-25000" dirty="0"/>
              <a:t>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81BD24-3B7A-953B-48C5-F4210B3E3A0F}"/>
              </a:ext>
            </a:extLst>
          </p:cNvPr>
          <p:cNvSpPr txBox="1"/>
          <p:nvPr/>
        </p:nvSpPr>
        <p:spPr>
          <a:xfrm>
            <a:off x="6765974" y="186297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21E48D-B1DF-E08A-1D67-B9698F81E7D0}"/>
              </a:ext>
            </a:extLst>
          </p:cNvPr>
          <p:cNvGrpSpPr/>
          <p:nvPr/>
        </p:nvGrpSpPr>
        <p:grpSpPr>
          <a:xfrm>
            <a:off x="8599536" y="4696969"/>
            <a:ext cx="387108" cy="323088"/>
            <a:chOff x="7416912" y="5849112"/>
            <a:chExt cx="922416" cy="323088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1F16FA-B7F6-9AF4-5267-AC8FC20FC7EC}"/>
                </a:ext>
              </a:extLst>
            </p:cNvPr>
            <p:cNvCxnSpPr/>
            <p:nvPr/>
          </p:nvCxnSpPr>
          <p:spPr>
            <a:xfrm>
              <a:off x="7416912" y="6010656"/>
              <a:ext cx="922416" cy="0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69B7631-09AC-3BB5-1D50-3F3098B49B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7184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9C89095-881B-85AD-5186-1C63E5FD76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9328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F99D875-DADE-37C9-C657-759C882BDB5A}"/>
              </a:ext>
            </a:extLst>
          </p:cNvPr>
          <p:cNvSpPr txBox="1"/>
          <p:nvPr/>
        </p:nvSpPr>
        <p:spPr>
          <a:xfrm>
            <a:off x="8580308" y="4968081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x'</a:t>
            </a:r>
          </a:p>
        </p:txBody>
      </p:sp>
    </p:spTree>
    <p:extLst>
      <p:ext uri="{BB962C8B-B14F-4D97-AF65-F5344CB8AC3E}">
        <p14:creationId xmlns:p14="http://schemas.microsoft.com/office/powerpoint/2010/main" val="1722908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7103-DC63-5195-15A1-347639A24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5AD1-D50F-D045-AE97-ECD7E6A2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B1.S1.2</a:t>
            </a: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09316E81-ED00-99A8-74C7-A1B90526EBE2}"/>
              </a:ext>
            </a:extLst>
          </p:cNvPr>
          <p:cNvSpPr/>
          <p:nvPr/>
        </p:nvSpPr>
        <p:spPr>
          <a:xfrm>
            <a:off x="1433456" y="2918012"/>
            <a:ext cx="4155141" cy="4222378"/>
          </a:xfrm>
          <a:prstGeom prst="pie">
            <a:avLst>
              <a:gd name="adj1" fmla="val 10766858"/>
              <a:gd name="adj2" fmla="val 403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50CF0A-890E-8281-8E8A-C7005607E13A}"/>
              </a:ext>
            </a:extLst>
          </p:cNvPr>
          <p:cNvSpPr/>
          <p:nvPr/>
        </p:nvSpPr>
        <p:spPr>
          <a:xfrm>
            <a:off x="1433456" y="4554892"/>
            <a:ext cx="4155141" cy="948614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5C6A1C15-53B7-496E-84B0-7169FFC2E6B7}"/>
              </a:ext>
            </a:extLst>
          </p:cNvPr>
          <p:cNvSpPr/>
          <p:nvPr/>
        </p:nvSpPr>
        <p:spPr>
          <a:xfrm>
            <a:off x="1433457" y="2918012"/>
            <a:ext cx="4155141" cy="4222377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160BAA1-70E8-938B-6BDD-EC025B43B0B1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DB4EF742-A090-1805-5DD9-C5546877BC35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21583761"/>
              <a:gd name="adj2" fmla="val 10776216"/>
            </a:avLst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9363B4-DF01-E150-82B0-0FCA77C1C5FD}"/>
              </a:ext>
            </a:extLst>
          </p:cNvPr>
          <p:cNvSpPr/>
          <p:nvPr/>
        </p:nvSpPr>
        <p:spPr>
          <a:xfrm>
            <a:off x="3419634" y="2994731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49C907-F857-56ED-24B1-562263F086B6}"/>
              </a:ext>
            </a:extLst>
          </p:cNvPr>
          <p:cNvSpPr/>
          <p:nvPr/>
        </p:nvSpPr>
        <p:spPr>
          <a:xfrm>
            <a:off x="3419634" y="4957904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1AE886-0269-55E1-6972-61F189366C57}"/>
              </a:ext>
            </a:extLst>
          </p:cNvPr>
          <p:cNvSpPr txBox="1"/>
          <p:nvPr/>
        </p:nvSpPr>
        <p:spPr>
          <a:xfrm>
            <a:off x="2919597" y="2310040"/>
            <a:ext cx="5100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4EBCBB-BAC7-9A1F-D4A7-C8981C1E253D}"/>
              </a:ext>
            </a:extLst>
          </p:cNvPr>
          <p:cNvSpPr txBox="1"/>
          <p:nvPr/>
        </p:nvSpPr>
        <p:spPr>
          <a:xfrm>
            <a:off x="2896734" y="4857175"/>
            <a:ext cx="5229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O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22D8EC8-818D-2FD2-93C7-4DCB0E0893A1}"/>
              </a:ext>
            </a:extLst>
          </p:cNvPr>
          <p:cNvSpPr/>
          <p:nvPr/>
        </p:nvSpPr>
        <p:spPr>
          <a:xfrm rot="2766453">
            <a:off x="4400372" y="3642708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788039F9-6F13-8097-318F-A9E4FDBD5E07}"/>
              </a:ext>
            </a:extLst>
          </p:cNvPr>
          <p:cNvSpPr/>
          <p:nvPr/>
        </p:nvSpPr>
        <p:spPr>
          <a:xfrm>
            <a:off x="1021973" y="2961043"/>
            <a:ext cx="4001845" cy="4450977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BBA49D-0D71-3BED-1ACD-F3EB4C050F8D}"/>
              </a:ext>
            </a:extLst>
          </p:cNvPr>
          <p:cNvCxnSpPr>
            <a:cxnSpLocks/>
          </p:cNvCxnSpPr>
          <p:nvPr/>
        </p:nvCxnSpPr>
        <p:spPr>
          <a:xfrm flipV="1">
            <a:off x="3506993" y="3064399"/>
            <a:ext cx="0" cy="1893505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288BBB-8476-FC27-7A5A-C6C4422C0C68}"/>
              </a:ext>
            </a:extLst>
          </p:cNvPr>
          <p:cNvCxnSpPr>
            <a:cxnSpLocks/>
            <a:stCxn id="9" idx="7"/>
            <a:endCxn id="13" idx="4"/>
          </p:cNvCxnSpPr>
          <p:nvPr/>
        </p:nvCxnSpPr>
        <p:spPr>
          <a:xfrm flipV="1">
            <a:off x="3562465" y="3701693"/>
            <a:ext cx="896473" cy="1266414"/>
          </a:xfrm>
          <a:prstGeom prst="line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9E60F76-4DDA-DD52-F378-CBA81B55D2D5}"/>
              </a:ext>
            </a:extLst>
          </p:cNvPr>
          <p:cNvGrpSpPr/>
          <p:nvPr/>
        </p:nvGrpSpPr>
        <p:grpSpPr>
          <a:xfrm>
            <a:off x="4212716" y="3869196"/>
            <a:ext cx="492443" cy="732608"/>
            <a:chOff x="6765974" y="1862976"/>
            <a:chExt cx="492443" cy="73260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01616C-9A24-84E2-F584-C74920985373}"/>
                </a:ext>
              </a:extLst>
            </p:cNvPr>
            <p:cNvSpPr txBox="1"/>
            <p:nvPr/>
          </p:nvSpPr>
          <p:spPr>
            <a:xfrm>
              <a:off x="6817922" y="1949253"/>
              <a:ext cx="33855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r</a:t>
              </a:r>
              <a:endParaRPr lang="en-ES" sz="3600" baseline="-250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3ECEDFA-0FEB-914E-3AA2-BADC696A90F5}"/>
                </a:ext>
              </a:extLst>
            </p:cNvPr>
            <p:cNvSpPr txBox="1"/>
            <p:nvPr/>
          </p:nvSpPr>
          <p:spPr>
            <a:xfrm>
              <a:off x="6765974" y="1862976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24F304A-4BC6-5985-7719-03D18059EAC9}"/>
              </a:ext>
            </a:extLst>
          </p:cNvPr>
          <p:cNvSpPr txBox="1"/>
          <p:nvPr/>
        </p:nvSpPr>
        <p:spPr>
          <a:xfrm>
            <a:off x="3589028" y="371715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2D82B2C3-C8B9-E23E-F3C2-C3F98C7BE8C9}"/>
              </a:ext>
            </a:extLst>
          </p:cNvPr>
          <p:cNvSpPr/>
          <p:nvPr/>
        </p:nvSpPr>
        <p:spPr>
          <a:xfrm>
            <a:off x="2276854" y="4149883"/>
            <a:ext cx="1913383" cy="2060914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BAF4B9-A177-A300-8020-4419082225D1}"/>
              </a:ext>
            </a:extLst>
          </p:cNvPr>
          <p:cNvSpPr txBox="1"/>
          <p:nvPr/>
        </p:nvSpPr>
        <p:spPr>
          <a:xfrm>
            <a:off x="7831510" y="4575962"/>
            <a:ext cx="437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D44EBBCE-8353-A21D-D2A4-6CB3D2F0D917}"/>
              </a:ext>
            </a:extLst>
          </p:cNvPr>
          <p:cNvSpPr/>
          <p:nvPr/>
        </p:nvSpPr>
        <p:spPr>
          <a:xfrm>
            <a:off x="5023818" y="2428545"/>
            <a:ext cx="6261087" cy="6149921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6F848F-7651-1E4E-DA9B-C9BCFBF483B3}"/>
              </a:ext>
            </a:extLst>
          </p:cNvPr>
          <p:cNvSpPr/>
          <p:nvPr/>
        </p:nvSpPr>
        <p:spPr>
          <a:xfrm>
            <a:off x="8076712" y="5367642"/>
            <a:ext cx="252148" cy="2149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23DC22B-FD40-A3D2-E338-EA3A9A6CFFCC}"/>
              </a:ext>
            </a:extLst>
          </p:cNvPr>
          <p:cNvCxnSpPr>
            <a:cxnSpLocks/>
            <a:stCxn id="28" idx="0"/>
            <a:endCxn id="27" idx="0"/>
          </p:cNvCxnSpPr>
          <p:nvPr/>
        </p:nvCxnSpPr>
        <p:spPr>
          <a:xfrm flipH="1" flipV="1">
            <a:off x="8187178" y="2428714"/>
            <a:ext cx="15609" cy="293892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8E08202-D14E-073B-7532-0E6ADB19F65C}"/>
              </a:ext>
            </a:extLst>
          </p:cNvPr>
          <p:cNvCxnSpPr>
            <a:cxnSpLocks/>
            <a:stCxn id="28" idx="7"/>
            <a:endCxn id="27" idx="2"/>
          </p:cNvCxnSpPr>
          <p:nvPr/>
        </p:nvCxnSpPr>
        <p:spPr>
          <a:xfrm flipV="1">
            <a:off x="8291934" y="3530674"/>
            <a:ext cx="2263730" cy="186844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rc 34">
            <a:extLst>
              <a:ext uri="{FF2B5EF4-FFF2-40B4-BE49-F238E27FC236}">
                <a16:creationId xmlns:a16="http://schemas.microsoft.com/office/drawing/2014/main" id="{9D38E17D-1317-E71A-9CB5-1E7A4C94D7FB}"/>
              </a:ext>
            </a:extLst>
          </p:cNvPr>
          <p:cNvSpPr/>
          <p:nvPr/>
        </p:nvSpPr>
        <p:spPr>
          <a:xfrm>
            <a:off x="7675213" y="4907486"/>
            <a:ext cx="1087215" cy="1125839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ACE6DE-EDE6-32E9-FD03-901EB2FA79DD}"/>
              </a:ext>
            </a:extLst>
          </p:cNvPr>
          <p:cNvCxnSpPr>
            <a:cxnSpLocks/>
          </p:cNvCxnSpPr>
          <p:nvPr/>
        </p:nvCxnSpPr>
        <p:spPr>
          <a:xfrm flipV="1">
            <a:off x="8247005" y="2962299"/>
            <a:ext cx="1124415" cy="2436822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8B9186-E5DB-FE3C-2430-CA05B30D55DB}"/>
              </a:ext>
            </a:extLst>
          </p:cNvPr>
          <p:cNvCxnSpPr>
            <a:cxnSpLocks/>
            <a:stCxn id="27" idx="0"/>
            <a:endCxn id="27" idx="2"/>
          </p:cNvCxnSpPr>
          <p:nvPr/>
        </p:nvCxnSpPr>
        <p:spPr>
          <a:xfrm>
            <a:off x="8187178" y="2428714"/>
            <a:ext cx="2368487" cy="110196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C35533C-2F76-27FB-2FD9-2ADDE81760FB}"/>
              </a:ext>
            </a:extLst>
          </p:cNvPr>
          <p:cNvSpPr txBox="1"/>
          <p:nvPr/>
        </p:nvSpPr>
        <p:spPr>
          <a:xfrm>
            <a:off x="8923895" y="3698799"/>
            <a:ext cx="910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θ/2</a:t>
            </a:r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A93F4E1C-D374-23D6-5C42-25A6D2DB28C2}"/>
              </a:ext>
            </a:extLst>
          </p:cNvPr>
          <p:cNvSpPr/>
          <p:nvPr/>
        </p:nvSpPr>
        <p:spPr>
          <a:xfrm>
            <a:off x="6978790" y="4309012"/>
            <a:ext cx="2428602" cy="2329182"/>
          </a:xfrm>
          <a:prstGeom prst="arc">
            <a:avLst>
              <a:gd name="adj1" fmla="val 17770735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Left Brace 52">
            <a:extLst>
              <a:ext uri="{FF2B5EF4-FFF2-40B4-BE49-F238E27FC236}">
                <a16:creationId xmlns:a16="http://schemas.microsoft.com/office/drawing/2014/main" id="{EEBEADDA-4708-71AE-C04C-07AD989EC4E2}"/>
              </a:ext>
            </a:extLst>
          </p:cNvPr>
          <p:cNvSpPr/>
          <p:nvPr/>
        </p:nvSpPr>
        <p:spPr>
          <a:xfrm>
            <a:off x="7602470" y="2446120"/>
            <a:ext cx="304800" cy="303611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A8751F-6753-0C32-755E-AFAE08EAEE67}"/>
              </a:ext>
            </a:extLst>
          </p:cNvPr>
          <p:cNvSpPr txBox="1"/>
          <p:nvPr/>
        </p:nvSpPr>
        <p:spPr>
          <a:xfrm>
            <a:off x="7215825" y="3593096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5" name="Left Brace 54">
            <a:extLst>
              <a:ext uri="{FF2B5EF4-FFF2-40B4-BE49-F238E27FC236}">
                <a16:creationId xmlns:a16="http://schemas.microsoft.com/office/drawing/2014/main" id="{CDD0697A-62F8-2B60-9263-AD3D5323509E}"/>
              </a:ext>
            </a:extLst>
          </p:cNvPr>
          <p:cNvSpPr/>
          <p:nvPr/>
        </p:nvSpPr>
        <p:spPr>
          <a:xfrm rot="6941951">
            <a:off x="9420309" y="1239921"/>
            <a:ext cx="360267" cy="26394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711C45-FDA9-252C-0272-E423179CB38D}"/>
              </a:ext>
            </a:extLst>
          </p:cNvPr>
          <p:cNvSpPr txBox="1"/>
          <p:nvPr/>
        </p:nvSpPr>
        <p:spPr>
          <a:xfrm>
            <a:off x="9564336" y="1830351"/>
            <a:ext cx="465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58445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841F-54C7-3AE1-E545-FD824C8DA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C62C6161-AC50-592A-79A8-62650346F24E}"/>
              </a:ext>
            </a:extLst>
          </p:cNvPr>
          <p:cNvSpPr/>
          <p:nvPr/>
        </p:nvSpPr>
        <p:spPr>
          <a:xfrm rot="16200000">
            <a:off x="492552" y="2918012"/>
            <a:ext cx="4155141" cy="4222377"/>
          </a:xfrm>
          <a:prstGeom prst="arc">
            <a:avLst>
              <a:gd name="adj1" fmla="val 16259988"/>
              <a:gd name="adj2" fmla="val 5404610"/>
            </a:avLst>
          </a:prstGeom>
          <a:ln w="38100">
            <a:gradFill>
              <a:gsLst>
                <a:gs pos="51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1BDB21-2D8F-C9C2-3B07-F77D99022865}"/>
              </a:ext>
            </a:extLst>
          </p:cNvPr>
          <p:cNvCxnSpPr>
            <a:cxnSpLocks/>
          </p:cNvCxnSpPr>
          <p:nvPr/>
        </p:nvCxnSpPr>
        <p:spPr>
          <a:xfrm flipV="1">
            <a:off x="2589628" y="1817132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24436C1-324F-AAF1-C132-967FFB014398}"/>
              </a:ext>
            </a:extLst>
          </p:cNvPr>
          <p:cNvSpPr txBox="1"/>
          <p:nvPr/>
        </p:nvSpPr>
        <p:spPr>
          <a:xfrm>
            <a:off x="2054698" y="1817132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B01AE06-DAE3-451D-0620-065E77F3FD38}"/>
              </a:ext>
            </a:extLst>
          </p:cNvPr>
          <p:cNvCxnSpPr>
            <a:cxnSpLocks/>
          </p:cNvCxnSpPr>
          <p:nvPr/>
        </p:nvCxnSpPr>
        <p:spPr>
          <a:xfrm>
            <a:off x="2589628" y="504086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908EA1-8301-F8A5-2AA4-12299B055323}"/>
              </a:ext>
            </a:extLst>
          </p:cNvPr>
          <p:cNvSpPr txBox="1"/>
          <p:nvPr/>
        </p:nvSpPr>
        <p:spPr>
          <a:xfrm>
            <a:off x="5392791" y="5040867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9EBB20-CB39-E643-A01C-4EDC9B94301E}"/>
              </a:ext>
            </a:extLst>
          </p:cNvPr>
          <p:cNvSpPr txBox="1"/>
          <p:nvPr/>
        </p:nvSpPr>
        <p:spPr>
          <a:xfrm>
            <a:off x="3338760" y="2417283"/>
            <a:ext cx="22076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λ= λ</a:t>
            </a:r>
            <a:r>
              <a:rPr lang="en-ES" sz="3600" baseline="-25000" dirty="0"/>
              <a:t>0</a:t>
            </a:r>
            <a:r>
              <a:rPr lang="en-ES" sz="3600" dirty="0"/>
              <a:t>cosɸ’</a:t>
            </a: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471F2308-244C-599C-E8D1-D81CA02C565C}"/>
              </a:ext>
            </a:extLst>
          </p:cNvPr>
          <p:cNvSpPr/>
          <p:nvPr/>
        </p:nvSpPr>
        <p:spPr>
          <a:xfrm>
            <a:off x="2027258" y="4415634"/>
            <a:ext cx="1085728" cy="1125962"/>
          </a:xfrm>
          <a:prstGeom prst="arc">
            <a:avLst>
              <a:gd name="adj1" fmla="val 19745494"/>
              <a:gd name="adj2" fmla="val 41498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AB80AE4-2DA9-5C87-2446-D9AD483D5F7C}"/>
              </a:ext>
            </a:extLst>
          </p:cNvPr>
          <p:cNvCxnSpPr>
            <a:cxnSpLocks/>
          </p:cNvCxnSpPr>
          <p:nvPr/>
        </p:nvCxnSpPr>
        <p:spPr>
          <a:xfrm flipV="1">
            <a:off x="2589628" y="3834198"/>
            <a:ext cx="1708441" cy="1195002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61442C0-CDFC-75EA-BF49-A961B88188D3}"/>
              </a:ext>
            </a:extLst>
          </p:cNvPr>
          <p:cNvSpPr txBox="1"/>
          <p:nvPr/>
        </p:nvSpPr>
        <p:spPr>
          <a:xfrm>
            <a:off x="3254860" y="4431699"/>
            <a:ext cx="5629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ɸ’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DF65AF-0014-9838-1F9C-FA788DF430E2}"/>
              </a:ext>
            </a:extLst>
          </p:cNvPr>
          <p:cNvSpPr txBox="1"/>
          <p:nvPr/>
        </p:nvSpPr>
        <p:spPr>
          <a:xfrm>
            <a:off x="8895270" y="286932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E8940850-8C44-3553-B1C6-4AC24BCEB1E8}"/>
              </a:ext>
            </a:extLst>
          </p:cNvPr>
          <p:cNvSpPr/>
          <p:nvPr/>
        </p:nvSpPr>
        <p:spPr>
          <a:xfrm rot="15416767">
            <a:off x="7308147" y="2797188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40F7C0-8F9F-5467-0AA1-54322A1B012E}"/>
              </a:ext>
            </a:extLst>
          </p:cNvPr>
          <p:cNvCxnSpPr>
            <a:cxnSpLocks/>
          </p:cNvCxnSpPr>
          <p:nvPr/>
        </p:nvCxnSpPr>
        <p:spPr>
          <a:xfrm flipV="1">
            <a:off x="8226694" y="2417283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FF65B0D-2128-48A2-C6BF-EEFBDF5032C2}"/>
              </a:ext>
            </a:extLst>
          </p:cNvPr>
          <p:cNvCxnSpPr>
            <a:cxnSpLocks/>
          </p:cNvCxnSpPr>
          <p:nvPr/>
        </p:nvCxnSpPr>
        <p:spPr>
          <a:xfrm>
            <a:off x="8226694" y="4908376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2972613-7A40-EEAD-36D6-D99B33FD04D6}"/>
              </a:ext>
            </a:extLst>
          </p:cNvPr>
          <p:cNvSpPr txBox="1"/>
          <p:nvPr/>
        </p:nvSpPr>
        <p:spPr>
          <a:xfrm>
            <a:off x="11069866" y="4895265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CA5B95B-998E-A1C6-47D1-5E353C95FAF5}"/>
              </a:ext>
            </a:extLst>
          </p:cNvPr>
          <p:cNvCxnSpPr>
            <a:cxnSpLocks/>
          </p:cNvCxnSpPr>
          <p:nvPr/>
        </p:nvCxnSpPr>
        <p:spPr>
          <a:xfrm flipV="1">
            <a:off x="8231487" y="3513799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C0742B9-49F1-60CA-F189-435AEC7AC1F2}"/>
              </a:ext>
            </a:extLst>
          </p:cNvPr>
          <p:cNvSpPr txBox="1"/>
          <p:nvPr/>
        </p:nvSpPr>
        <p:spPr>
          <a:xfrm>
            <a:off x="8375794" y="2033395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C5C545A-0A5E-81E3-07A4-D107F0ADC87A}"/>
              </a:ext>
            </a:extLst>
          </p:cNvPr>
          <p:cNvSpPr/>
          <p:nvPr/>
        </p:nvSpPr>
        <p:spPr>
          <a:xfrm>
            <a:off x="8196111" y="308340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9DECD15-6A90-8F2A-42EE-A001068C177B}"/>
              </a:ext>
            </a:extLst>
          </p:cNvPr>
          <p:cNvSpPr/>
          <p:nvPr/>
        </p:nvSpPr>
        <p:spPr>
          <a:xfrm>
            <a:off x="1023662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BEA7EF2-4DF1-77C2-309F-A3BFC3B20BE1}"/>
              </a:ext>
            </a:extLst>
          </p:cNvPr>
          <p:cNvSpPr/>
          <p:nvPr/>
        </p:nvSpPr>
        <p:spPr>
          <a:xfrm>
            <a:off x="694047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E6E89EA-DB65-0D6F-D0E7-B4A7A3669132}"/>
              </a:ext>
            </a:extLst>
          </p:cNvPr>
          <p:cNvCxnSpPr>
            <a:cxnSpLocks/>
          </p:cNvCxnSpPr>
          <p:nvPr/>
        </p:nvCxnSpPr>
        <p:spPr>
          <a:xfrm flipH="1" flipV="1">
            <a:off x="7510690" y="2665527"/>
            <a:ext cx="699409" cy="4388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57A2C09-DEA6-0010-6F4A-38BA466EE131}"/>
              </a:ext>
            </a:extLst>
          </p:cNvPr>
          <p:cNvCxnSpPr>
            <a:cxnSpLocks/>
            <a:endCxn id="63" idx="5"/>
          </p:cNvCxnSpPr>
          <p:nvPr/>
        </p:nvCxnSpPr>
        <p:spPr>
          <a:xfrm flipH="1" flipV="1">
            <a:off x="8277642" y="3158250"/>
            <a:ext cx="1987588" cy="121797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74AE1CD-877A-3333-9F4B-5AB770D75161}"/>
              </a:ext>
            </a:extLst>
          </p:cNvPr>
          <p:cNvCxnSpPr>
            <a:cxnSpLocks/>
          </p:cNvCxnSpPr>
          <p:nvPr/>
        </p:nvCxnSpPr>
        <p:spPr>
          <a:xfrm flipH="1">
            <a:off x="7632706" y="3151452"/>
            <a:ext cx="585558" cy="6003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5EA5187D-0BEF-3AE5-F182-07B473F575C7}"/>
              </a:ext>
            </a:extLst>
          </p:cNvPr>
          <p:cNvCxnSpPr>
            <a:cxnSpLocks/>
            <a:endCxn id="65" idx="7"/>
          </p:cNvCxnSpPr>
          <p:nvPr/>
        </p:nvCxnSpPr>
        <p:spPr>
          <a:xfrm flipH="1">
            <a:off x="7022004" y="3801830"/>
            <a:ext cx="551549" cy="55311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2F315E5-15F5-F32A-79B4-8EB5B351B1F7}"/>
              </a:ext>
            </a:extLst>
          </p:cNvPr>
          <p:cNvSpPr txBox="1"/>
          <p:nvPr/>
        </p:nvSpPr>
        <p:spPr>
          <a:xfrm>
            <a:off x="6086094" y="2322249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Ez&gt;0  Ey&lt;0  Ex&lt;0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F7CE4F5-D0BA-E3E3-F65E-E299F8461623}"/>
              </a:ext>
            </a:extLst>
          </p:cNvPr>
          <p:cNvSpPr txBox="1"/>
          <p:nvPr/>
        </p:nvSpPr>
        <p:spPr>
          <a:xfrm>
            <a:off x="6038727" y="3227768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Ez&lt;0  Ey&gt;0  Ex&lt;0</a:t>
            </a:r>
          </a:p>
        </p:txBody>
      </p:sp>
    </p:spTree>
    <p:extLst>
      <p:ext uri="{BB962C8B-B14F-4D97-AF65-F5344CB8AC3E}">
        <p14:creationId xmlns:p14="http://schemas.microsoft.com/office/powerpoint/2010/main" val="650413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844B-A07C-97B4-01D9-43B845B07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597C-95A5-FF9F-4877-9DD23A7E0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161A3D-487D-C6D9-16BB-AFF0FE853C2A}"/>
              </a:ext>
            </a:extLst>
          </p:cNvPr>
          <p:cNvSpPr txBox="1"/>
          <p:nvPr/>
        </p:nvSpPr>
        <p:spPr>
          <a:xfrm>
            <a:off x="3966082" y="3059250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805A4EBF-387A-6CDB-37AA-1FDC5D684753}"/>
              </a:ext>
            </a:extLst>
          </p:cNvPr>
          <p:cNvSpPr/>
          <p:nvPr/>
        </p:nvSpPr>
        <p:spPr>
          <a:xfrm rot="15416767">
            <a:off x="2378959" y="2987109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EBCD8B8-0803-D012-669B-95720967D649}"/>
              </a:ext>
            </a:extLst>
          </p:cNvPr>
          <p:cNvCxnSpPr>
            <a:cxnSpLocks/>
          </p:cNvCxnSpPr>
          <p:nvPr/>
        </p:nvCxnSpPr>
        <p:spPr>
          <a:xfrm flipV="1">
            <a:off x="3297506" y="2607204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784E586-6C6D-0ADB-1430-D4446DA07346}"/>
              </a:ext>
            </a:extLst>
          </p:cNvPr>
          <p:cNvCxnSpPr>
            <a:cxnSpLocks/>
          </p:cNvCxnSpPr>
          <p:nvPr/>
        </p:nvCxnSpPr>
        <p:spPr>
          <a:xfrm>
            <a:off x="3297506" y="509829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CD4A1BF-732D-B284-5EB8-C5C245359D80}"/>
              </a:ext>
            </a:extLst>
          </p:cNvPr>
          <p:cNvSpPr txBox="1"/>
          <p:nvPr/>
        </p:nvSpPr>
        <p:spPr>
          <a:xfrm>
            <a:off x="6140678" y="5085186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4FC814C-9FED-A9B1-F4EB-75203801A581}"/>
              </a:ext>
            </a:extLst>
          </p:cNvPr>
          <p:cNvCxnSpPr>
            <a:cxnSpLocks/>
          </p:cNvCxnSpPr>
          <p:nvPr/>
        </p:nvCxnSpPr>
        <p:spPr>
          <a:xfrm flipV="1">
            <a:off x="3302299" y="3703720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B41B146D-FBCA-1C6B-B9D6-216860548944}"/>
              </a:ext>
            </a:extLst>
          </p:cNvPr>
          <p:cNvSpPr txBox="1"/>
          <p:nvPr/>
        </p:nvSpPr>
        <p:spPr>
          <a:xfrm>
            <a:off x="3446606" y="2223316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5060DDF-315B-CCD2-3438-9A3980371DED}"/>
              </a:ext>
            </a:extLst>
          </p:cNvPr>
          <p:cNvSpPr/>
          <p:nvPr/>
        </p:nvSpPr>
        <p:spPr>
          <a:xfrm>
            <a:off x="3261509" y="3659876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4190476-8C0A-0706-D0A7-279A1EEEADE1}"/>
              </a:ext>
            </a:extLst>
          </p:cNvPr>
          <p:cNvCxnSpPr>
            <a:stCxn id="63" idx="0"/>
          </p:cNvCxnSpPr>
          <p:nvPr/>
        </p:nvCxnSpPr>
        <p:spPr>
          <a:xfrm flipH="1" flipV="1">
            <a:off x="3309268" y="3382415"/>
            <a:ext cx="1" cy="277461"/>
          </a:xfrm>
          <a:prstGeom prst="straightConnector1">
            <a:avLst/>
          </a:prstGeom>
          <a:ln w="698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35CF6E6F-936B-B4B1-29BF-9922418425E1}"/>
              </a:ext>
            </a:extLst>
          </p:cNvPr>
          <p:cNvGrpSpPr/>
          <p:nvPr/>
        </p:nvGrpSpPr>
        <p:grpSpPr>
          <a:xfrm>
            <a:off x="2648082" y="2899723"/>
            <a:ext cx="609462" cy="714419"/>
            <a:chOff x="6807375" y="1908879"/>
            <a:chExt cx="609462" cy="7144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740AA47-4C02-C4E8-4462-A70F3D068CAD}"/>
                </a:ext>
              </a:extLst>
            </p:cNvPr>
            <p:cNvSpPr txBox="1"/>
            <p:nvPr/>
          </p:nvSpPr>
          <p:spPr>
            <a:xfrm>
              <a:off x="6807375" y="1976967"/>
              <a:ext cx="6094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r>
                <a:rPr lang="en-ES" sz="3600" baseline="-25000" dirty="0"/>
                <a:t>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08D90DD-BE42-0B65-9429-A35C11E76A74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9" name="Left Brace 8">
            <a:extLst>
              <a:ext uri="{FF2B5EF4-FFF2-40B4-BE49-F238E27FC236}">
                <a16:creationId xmlns:a16="http://schemas.microsoft.com/office/drawing/2014/main" id="{75C8AF96-E45D-F4CC-9108-20A7ACE70825}"/>
              </a:ext>
            </a:extLst>
          </p:cNvPr>
          <p:cNvSpPr/>
          <p:nvPr/>
        </p:nvSpPr>
        <p:spPr>
          <a:xfrm>
            <a:off x="2789289" y="3696545"/>
            <a:ext cx="304800" cy="13886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44607E-413D-7409-D20F-00437746A19D}"/>
              </a:ext>
            </a:extLst>
          </p:cNvPr>
          <p:cNvSpPr txBox="1"/>
          <p:nvPr/>
        </p:nvSpPr>
        <p:spPr>
          <a:xfrm>
            <a:off x="2364858" y="4025024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813146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64D4B-2665-08F4-C0D7-64944B4CE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3274-F620-8180-761D-DDA2378BF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156D27-F17B-6736-D6EC-0BC766890A09}"/>
              </a:ext>
            </a:extLst>
          </p:cNvPr>
          <p:cNvSpPr txBox="1"/>
          <p:nvPr/>
        </p:nvSpPr>
        <p:spPr>
          <a:xfrm>
            <a:off x="3241813" y="2538888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7A5410-264A-4A13-1623-135434253251}"/>
              </a:ext>
            </a:extLst>
          </p:cNvPr>
          <p:cNvCxnSpPr>
            <a:cxnSpLocks/>
          </p:cNvCxnSpPr>
          <p:nvPr/>
        </p:nvCxnSpPr>
        <p:spPr>
          <a:xfrm flipV="1">
            <a:off x="2585878" y="2435192"/>
            <a:ext cx="0" cy="388567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E186D43-1BC1-BC64-8B40-C4D525E0040B}"/>
              </a:ext>
            </a:extLst>
          </p:cNvPr>
          <p:cNvCxnSpPr>
            <a:cxnSpLocks/>
          </p:cNvCxnSpPr>
          <p:nvPr/>
        </p:nvCxnSpPr>
        <p:spPr>
          <a:xfrm>
            <a:off x="2573237" y="4577935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E4AE325-ABF0-B6C8-B31D-AA0CDD82CACE}"/>
              </a:ext>
            </a:extLst>
          </p:cNvPr>
          <p:cNvSpPr txBox="1"/>
          <p:nvPr/>
        </p:nvSpPr>
        <p:spPr>
          <a:xfrm>
            <a:off x="5416409" y="4564824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8E2FBF7-6349-3F45-3546-04DB82572D02}"/>
              </a:ext>
            </a:extLst>
          </p:cNvPr>
          <p:cNvCxnSpPr>
            <a:cxnSpLocks/>
          </p:cNvCxnSpPr>
          <p:nvPr/>
        </p:nvCxnSpPr>
        <p:spPr>
          <a:xfrm flipV="1">
            <a:off x="2578030" y="3183358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3103755-B53A-F7E5-0BDA-6112B47A32CE}"/>
              </a:ext>
            </a:extLst>
          </p:cNvPr>
          <p:cNvSpPr txBox="1"/>
          <p:nvPr/>
        </p:nvSpPr>
        <p:spPr>
          <a:xfrm>
            <a:off x="2722337" y="2051304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C26979B-3B7A-A937-920A-6D95B34BBBCE}"/>
              </a:ext>
            </a:extLst>
          </p:cNvPr>
          <p:cNvSpPr/>
          <p:nvPr/>
        </p:nvSpPr>
        <p:spPr>
          <a:xfrm>
            <a:off x="2537240" y="348786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1F7C0EB3-DFDC-E7FF-ED40-78BE79B5C6AC}"/>
              </a:ext>
            </a:extLst>
          </p:cNvPr>
          <p:cNvSpPr/>
          <p:nvPr/>
        </p:nvSpPr>
        <p:spPr>
          <a:xfrm>
            <a:off x="2065020" y="3524534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51466-EE94-A105-E0EF-A15FC320844A}"/>
              </a:ext>
            </a:extLst>
          </p:cNvPr>
          <p:cNvSpPr txBox="1"/>
          <p:nvPr/>
        </p:nvSpPr>
        <p:spPr>
          <a:xfrm>
            <a:off x="1640589" y="3711494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83260D11-C3E2-E50A-FE9E-D42729287D17}"/>
              </a:ext>
            </a:extLst>
          </p:cNvPr>
          <p:cNvSpPr/>
          <p:nvPr/>
        </p:nvSpPr>
        <p:spPr>
          <a:xfrm>
            <a:off x="2063184" y="4588329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8A722C-737C-5AE1-80DE-32C4D74A4624}"/>
              </a:ext>
            </a:extLst>
          </p:cNvPr>
          <p:cNvSpPr txBox="1"/>
          <p:nvPr/>
        </p:nvSpPr>
        <p:spPr>
          <a:xfrm>
            <a:off x="1638753" y="4775289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21BE5C-2117-0991-EA0F-F69C45F7C443}"/>
              </a:ext>
            </a:extLst>
          </p:cNvPr>
          <p:cNvSpPr/>
          <p:nvPr/>
        </p:nvSpPr>
        <p:spPr>
          <a:xfrm>
            <a:off x="2537240" y="559788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6FCD92D-E44F-7F1E-8096-3EBB018E35FD}"/>
              </a:ext>
            </a:extLst>
          </p:cNvPr>
          <p:cNvSpPr/>
          <p:nvPr/>
        </p:nvSpPr>
        <p:spPr>
          <a:xfrm>
            <a:off x="2492450" y="4491814"/>
            <a:ext cx="185097" cy="17224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3D14AC-8472-2D67-4472-8B5F7CB20821}"/>
              </a:ext>
            </a:extLst>
          </p:cNvPr>
          <p:cNvSpPr txBox="1"/>
          <p:nvPr/>
        </p:nvSpPr>
        <p:spPr>
          <a:xfrm>
            <a:off x="2002058" y="2870710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endParaRPr lang="en-ES" sz="3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D6C992-5E61-52BB-EA71-28AA309829E2}"/>
              </a:ext>
            </a:extLst>
          </p:cNvPr>
          <p:cNvSpPr txBox="1"/>
          <p:nvPr/>
        </p:nvSpPr>
        <p:spPr>
          <a:xfrm>
            <a:off x="2685395" y="4468699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0D3C34-D982-10A0-7BAA-EACB71478D6A}"/>
              </a:ext>
            </a:extLst>
          </p:cNvPr>
          <p:cNvSpPr txBox="1"/>
          <p:nvPr/>
        </p:nvSpPr>
        <p:spPr>
          <a:xfrm>
            <a:off x="1999193" y="5461422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1E7F1-DEF2-6561-38F1-82A4C960BA74}"/>
              </a:ext>
            </a:extLst>
          </p:cNvPr>
          <p:cNvSpPr txBox="1"/>
          <p:nvPr/>
        </p:nvSpPr>
        <p:spPr>
          <a:xfrm>
            <a:off x="3955676" y="5107395"/>
            <a:ext cx="178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r>
              <a:rPr lang="en-ES" sz="3600" dirty="0"/>
              <a:t>=q</a:t>
            </a:r>
            <a:r>
              <a:rPr lang="en-ES" sz="3600" baseline="-25000" dirty="0"/>
              <a:t>3</a:t>
            </a:r>
            <a:r>
              <a:rPr lang="en-ES" sz="3600" dirty="0"/>
              <a:t>=q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4283BA-0D73-14D2-45E1-176AB5BC99A0}"/>
              </a:ext>
            </a:extLst>
          </p:cNvPr>
          <p:cNvSpPr txBox="1"/>
          <p:nvPr/>
        </p:nvSpPr>
        <p:spPr>
          <a:xfrm>
            <a:off x="3955676" y="5641731"/>
            <a:ext cx="1516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  <a:r>
              <a:rPr lang="en-ES" sz="3600" dirty="0"/>
              <a:t>=-2q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ABB81D9-BB90-82A9-7C95-B35AA6D66CAA}"/>
              </a:ext>
            </a:extLst>
          </p:cNvPr>
          <p:cNvSpPr/>
          <p:nvPr/>
        </p:nvSpPr>
        <p:spPr>
          <a:xfrm>
            <a:off x="7923538" y="2883221"/>
            <a:ext cx="2068164" cy="2064080"/>
          </a:xfrm>
          <a:prstGeom prst="ellipse">
            <a:avLst/>
          </a:prstGeom>
          <a:gradFill flip="none" rotWithShape="1">
            <a:gsLst>
              <a:gs pos="92000">
                <a:srgbClr val="FF0000"/>
              </a:gs>
              <a:gs pos="78000">
                <a:schemeClr val="accent1">
                  <a:lumMod val="0"/>
                  <a:lumOff val="100000"/>
                </a:schemeClr>
              </a:gs>
              <a:gs pos="33000">
                <a:srgbClr val="0070C0"/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AB3AF69-31DC-1A02-106E-2C9774D2EAE3}"/>
              </a:ext>
            </a:extLst>
          </p:cNvPr>
          <p:cNvCxnSpPr>
            <a:cxnSpLocks/>
          </p:cNvCxnSpPr>
          <p:nvPr/>
        </p:nvCxnSpPr>
        <p:spPr>
          <a:xfrm flipV="1">
            <a:off x="8957620" y="2107355"/>
            <a:ext cx="0" cy="939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E82090F-357D-BD9E-4CB1-C8468950558D}"/>
              </a:ext>
            </a:extLst>
          </p:cNvPr>
          <p:cNvSpPr txBox="1"/>
          <p:nvPr/>
        </p:nvSpPr>
        <p:spPr>
          <a:xfrm>
            <a:off x="8997209" y="201258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FC5F57-BAF0-2AD4-BC26-4732CC32F246}"/>
              </a:ext>
            </a:extLst>
          </p:cNvPr>
          <p:cNvSpPr txBox="1"/>
          <p:nvPr/>
        </p:nvSpPr>
        <p:spPr>
          <a:xfrm>
            <a:off x="9602059" y="2371337"/>
            <a:ext cx="22974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 = σ</a:t>
            </a:r>
            <a:r>
              <a:rPr lang="en-ES" sz="3200" baseline="-25000" dirty="0"/>
              <a:t>0</a:t>
            </a:r>
            <a:r>
              <a:rPr lang="en-ES" sz="3200" dirty="0"/>
              <a:t>cos(θ)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0721A1-0A4D-BEB7-DBC6-F81C241B1DD4}"/>
              </a:ext>
            </a:extLst>
          </p:cNvPr>
          <p:cNvCxnSpPr>
            <a:cxnSpLocks/>
          </p:cNvCxnSpPr>
          <p:nvPr/>
        </p:nvCxnSpPr>
        <p:spPr>
          <a:xfrm flipH="1">
            <a:off x="7738241" y="4433439"/>
            <a:ext cx="669344" cy="6616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A4C302C-DD42-3F3E-34D0-37ADE753ADA4}"/>
              </a:ext>
            </a:extLst>
          </p:cNvPr>
          <p:cNvCxnSpPr>
            <a:cxnSpLocks/>
          </p:cNvCxnSpPr>
          <p:nvPr/>
        </p:nvCxnSpPr>
        <p:spPr>
          <a:xfrm>
            <a:off x="9919490" y="3895660"/>
            <a:ext cx="7520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C7479FC-6D9D-DCB2-20BA-13E663F0ABC0}"/>
              </a:ext>
            </a:extLst>
          </p:cNvPr>
          <p:cNvCxnSpPr/>
          <p:nvPr/>
        </p:nvCxnSpPr>
        <p:spPr>
          <a:xfrm>
            <a:off x="8954784" y="3046388"/>
            <a:ext cx="0" cy="849272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20216E6-5CCD-D938-8E06-2FB29DDF7F49}"/>
              </a:ext>
            </a:extLst>
          </p:cNvPr>
          <p:cNvCxnSpPr>
            <a:cxnSpLocks/>
          </p:cNvCxnSpPr>
          <p:nvPr/>
        </p:nvCxnSpPr>
        <p:spPr>
          <a:xfrm flipH="1">
            <a:off x="8957620" y="3897155"/>
            <a:ext cx="1034082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38B0D8E-8A18-BDCC-4A1F-6CF506D72158}"/>
              </a:ext>
            </a:extLst>
          </p:cNvPr>
          <p:cNvCxnSpPr>
            <a:cxnSpLocks/>
          </p:cNvCxnSpPr>
          <p:nvPr/>
        </p:nvCxnSpPr>
        <p:spPr>
          <a:xfrm flipH="1">
            <a:off x="8470956" y="3915261"/>
            <a:ext cx="483828" cy="46386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447EC7D-BDC5-7289-7159-56311168CDF7}"/>
              </a:ext>
            </a:extLst>
          </p:cNvPr>
          <p:cNvSpPr txBox="1"/>
          <p:nvPr/>
        </p:nvSpPr>
        <p:spPr>
          <a:xfrm>
            <a:off x="7853864" y="493250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C042F9-7919-5E70-D724-74EAB32637B7}"/>
              </a:ext>
            </a:extLst>
          </p:cNvPr>
          <p:cNvSpPr txBox="1"/>
          <p:nvPr/>
        </p:nvSpPr>
        <p:spPr>
          <a:xfrm>
            <a:off x="10269549" y="378553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765D5D-1D50-FB7E-3E0E-1B4BEC1EF53A}"/>
              </a:ext>
            </a:extLst>
          </p:cNvPr>
          <p:cNvSpPr txBox="1"/>
          <p:nvPr/>
        </p:nvSpPr>
        <p:spPr>
          <a:xfrm>
            <a:off x="8558007" y="28054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612100-3A7D-C4A0-C318-6CEA2993A85A}"/>
              </a:ext>
            </a:extLst>
          </p:cNvPr>
          <p:cNvSpPr txBox="1"/>
          <p:nvPr/>
        </p:nvSpPr>
        <p:spPr>
          <a:xfrm>
            <a:off x="8710407" y="29578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F31C38-08D1-CEC9-CE54-FD230AA35411}"/>
              </a:ext>
            </a:extLst>
          </p:cNvPr>
          <p:cNvSpPr txBox="1"/>
          <p:nvPr/>
        </p:nvSpPr>
        <p:spPr>
          <a:xfrm>
            <a:off x="8922246" y="27643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A08819-415F-0370-34F6-8576BCE29B7F}"/>
              </a:ext>
            </a:extLst>
          </p:cNvPr>
          <p:cNvSpPr txBox="1"/>
          <p:nvPr/>
        </p:nvSpPr>
        <p:spPr>
          <a:xfrm>
            <a:off x="8651767" y="4545811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CCB0D4-21D9-0769-99C7-CAE1B44CDACA}"/>
              </a:ext>
            </a:extLst>
          </p:cNvPr>
          <p:cNvSpPr txBox="1"/>
          <p:nvPr/>
        </p:nvSpPr>
        <p:spPr>
          <a:xfrm>
            <a:off x="8984428" y="450757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375F4C-B324-83B0-9F06-983EB4CE53EC}"/>
              </a:ext>
            </a:extLst>
          </p:cNvPr>
          <p:cNvSpPr txBox="1"/>
          <p:nvPr/>
        </p:nvSpPr>
        <p:spPr>
          <a:xfrm>
            <a:off x="8850066" y="4584052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58E9E64C-C3DD-5F35-319C-9482900D8D8F}"/>
              </a:ext>
            </a:extLst>
          </p:cNvPr>
          <p:cNvSpPr/>
          <p:nvPr/>
        </p:nvSpPr>
        <p:spPr>
          <a:xfrm>
            <a:off x="7471588" y="2883221"/>
            <a:ext cx="304800" cy="10124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5FAA06-D8EA-95C6-7ACD-2635BCE6AA24}"/>
              </a:ext>
            </a:extLst>
          </p:cNvPr>
          <p:cNvSpPr txBox="1"/>
          <p:nvPr/>
        </p:nvSpPr>
        <p:spPr>
          <a:xfrm>
            <a:off x="7088347" y="3031593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14856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714D-9BBC-7174-F2C2-023EFE868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B2.S3.1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FB2133DB-F0F8-79DD-4699-9E19A3AD9FA7}"/>
              </a:ext>
            </a:extLst>
          </p:cNvPr>
          <p:cNvSpPr/>
          <p:nvPr/>
        </p:nvSpPr>
        <p:spPr>
          <a:xfrm>
            <a:off x="925286" y="4212771"/>
            <a:ext cx="5170714" cy="1306286"/>
          </a:xfrm>
          <a:prstGeom prst="parallelogram">
            <a:avLst>
              <a:gd name="adj" fmla="val 146667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50000">
                <a:schemeClr val="bg1">
                  <a:lumMod val="85000"/>
                </a:schemeClr>
              </a:gs>
              <a:gs pos="100000">
                <a:schemeClr val="bg1">
                  <a:lumMod val="75000"/>
                </a:schemeClr>
              </a:gs>
            </a:gsLst>
          </a:gradFill>
          <a:ln w="38100"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3759189-F870-C81B-C35D-6477C2AA1133}"/>
              </a:ext>
            </a:extLst>
          </p:cNvPr>
          <p:cNvSpPr/>
          <p:nvPr/>
        </p:nvSpPr>
        <p:spPr>
          <a:xfrm>
            <a:off x="3462525" y="3476978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B2DBF2-88DB-B9D3-CCA4-ABE1D20F1BF1}"/>
              </a:ext>
            </a:extLst>
          </p:cNvPr>
          <p:cNvSpPr txBox="1"/>
          <p:nvPr/>
        </p:nvSpPr>
        <p:spPr>
          <a:xfrm>
            <a:off x="3067534" y="2874491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A43FFC3-96EB-DDD9-8F9E-C017D25C0427}"/>
              </a:ext>
            </a:extLst>
          </p:cNvPr>
          <p:cNvSpPr/>
          <p:nvPr/>
        </p:nvSpPr>
        <p:spPr>
          <a:xfrm>
            <a:off x="2355968" y="3564666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5A4104-5209-19DC-4555-F6E6E2655AA4}"/>
              </a:ext>
            </a:extLst>
          </p:cNvPr>
          <p:cNvSpPr txBox="1"/>
          <p:nvPr/>
        </p:nvSpPr>
        <p:spPr>
          <a:xfrm>
            <a:off x="1931538" y="3798542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349D86-4716-1703-A8A6-068100812819}"/>
              </a:ext>
            </a:extLst>
          </p:cNvPr>
          <p:cNvCxnSpPr>
            <a:cxnSpLocks/>
          </p:cNvCxnSpPr>
          <p:nvPr/>
        </p:nvCxnSpPr>
        <p:spPr>
          <a:xfrm>
            <a:off x="3513171" y="3551824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86C4D7-9DEA-955A-E7A0-B9778A70FAE1}"/>
              </a:ext>
            </a:extLst>
          </p:cNvPr>
          <p:cNvGrpSpPr/>
          <p:nvPr/>
        </p:nvGrpSpPr>
        <p:grpSpPr>
          <a:xfrm>
            <a:off x="838200" y="6080195"/>
            <a:ext cx="476989" cy="164275"/>
            <a:chOff x="2325585" y="5248894"/>
            <a:chExt cx="476989" cy="164275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5032E21-DFE2-2708-CE11-01358337CF6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DCF1782-3C31-4B41-3497-30257F7D3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2BFF3C-F1F8-8FC1-525C-0BD06C302B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642DFC4-B982-3BCD-5549-298CFD50F1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Arc 16">
            <a:extLst>
              <a:ext uri="{FF2B5EF4-FFF2-40B4-BE49-F238E27FC236}">
                <a16:creationId xmlns:a16="http://schemas.microsoft.com/office/drawing/2014/main" id="{D537AB49-80F3-24EE-E758-0D57F965E839}"/>
              </a:ext>
            </a:extLst>
          </p:cNvPr>
          <p:cNvSpPr/>
          <p:nvPr/>
        </p:nvSpPr>
        <p:spPr>
          <a:xfrm>
            <a:off x="1053933" y="5248922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69CEEFA-8A39-A6B5-4188-D405AF9FE344}"/>
              </a:ext>
            </a:extLst>
          </p:cNvPr>
          <p:cNvSpPr/>
          <p:nvPr/>
        </p:nvSpPr>
        <p:spPr>
          <a:xfrm>
            <a:off x="6531455" y="3028968"/>
            <a:ext cx="5170714" cy="1306286"/>
          </a:xfrm>
          <a:prstGeom prst="parallelogram">
            <a:avLst>
              <a:gd name="adj" fmla="val 146667"/>
            </a:avLst>
          </a:prstGeom>
          <a:noFill/>
          <a:ln w="38100"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916A5DD-CB3F-A139-46A9-7E75FE50B0DD}"/>
              </a:ext>
            </a:extLst>
          </p:cNvPr>
          <p:cNvSpPr/>
          <p:nvPr/>
        </p:nvSpPr>
        <p:spPr>
          <a:xfrm>
            <a:off x="9068694" y="2293175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870991-42A8-8676-A2FE-4292418DBF76}"/>
              </a:ext>
            </a:extLst>
          </p:cNvPr>
          <p:cNvSpPr txBox="1"/>
          <p:nvPr/>
        </p:nvSpPr>
        <p:spPr>
          <a:xfrm>
            <a:off x="8673703" y="1690688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64CC35CE-7584-D852-37B8-822EFCD11E70}"/>
              </a:ext>
            </a:extLst>
          </p:cNvPr>
          <p:cNvSpPr/>
          <p:nvPr/>
        </p:nvSpPr>
        <p:spPr>
          <a:xfrm>
            <a:off x="7962137" y="2380863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A4966C-C965-82AF-9ADD-53A5B70E98AD}"/>
              </a:ext>
            </a:extLst>
          </p:cNvPr>
          <p:cNvSpPr txBox="1"/>
          <p:nvPr/>
        </p:nvSpPr>
        <p:spPr>
          <a:xfrm>
            <a:off x="7537707" y="2614739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D72C5C5-F8A3-89A7-5119-52F05DA8148E}"/>
              </a:ext>
            </a:extLst>
          </p:cNvPr>
          <p:cNvCxnSpPr>
            <a:cxnSpLocks/>
          </p:cNvCxnSpPr>
          <p:nvPr/>
        </p:nvCxnSpPr>
        <p:spPr>
          <a:xfrm>
            <a:off x="9119340" y="2368021"/>
            <a:ext cx="0" cy="1218598"/>
          </a:xfrm>
          <a:prstGeom prst="line">
            <a:avLst/>
          </a:prstGeom>
          <a:ln w="38100"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412C84D-F0FE-79C4-9888-9E72E459124C}"/>
              </a:ext>
            </a:extLst>
          </p:cNvPr>
          <p:cNvSpPr/>
          <p:nvPr/>
        </p:nvSpPr>
        <p:spPr>
          <a:xfrm>
            <a:off x="9068693" y="4837531"/>
            <a:ext cx="95519" cy="8768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D0F0EFD-412C-C056-7422-637DC1E25D98}"/>
              </a:ext>
            </a:extLst>
          </p:cNvPr>
          <p:cNvCxnSpPr>
            <a:cxnSpLocks/>
          </p:cNvCxnSpPr>
          <p:nvPr/>
        </p:nvCxnSpPr>
        <p:spPr>
          <a:xfrm>
            <a:off x="9116453" y="3603472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8F035BB-74F1-E363-AE2A-2DE67E8198CE}"/>
              </a:ext>
            </a:extLst>
          </p:cNvPr>
          <p:cNvSpPr txBox="1"/>
          <p:nvPr/>
        </p:nvSpPr>
        <p:spPr>
          <a:xfrm>
            <a:off x="8516608" y="4770422"/>
            <a:ext cx="59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-q</a:t>
            </a:r>
            <a:endParaRPr lang="en-ES" sz="3600" dirty="0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2AC180ED-FC68-BE78-B190-A68E7C19A5C5}"/>
              </a:ext>
            </a:extLst>
          </p:cNvPr>
          <p:cNvSpPr/>
          <p:nvPr/>
        </p:nvSpPr>
        <p:spPr>
          <a:xfrm>
            <a:off x="7962137" y="3619878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BD25A0-DE35-0F5D-4FD2-ABCA78486645}"/>
              </a:ext>
            </a:extLst>
          </p:cNvPr>
          <p:cNvSpPr txBox="1"/>
          <p:nvPr/>
        </p:nvSpPr>
        <p:spPr>
          <a:xfrm>
            <a:off x="7585790" y="3776380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B944FF8-E8C6-60C6-FFE2-3883D3F8382F}"/>
              </a:ext>
            </a:extLst>
          </p:cNvPr>
          <p:cNvSpPr/>
          <p:nvPr/>
        </p:nvSpPr>
        <p:spPr>
          <a:xfrm>
            <a:off x="9032783" y="3554730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17425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729A6B2-BFE3-2C11-4FB3-D4D5A1B8887B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6D2275A-0276-F2D5-284A-A322AD3763E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251B0A2-0705-02D1-6E69-8E1FC56129F3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FD4129-4124-A53E-0A4F-A0794AB07030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6D899A-F96E-8977-AC42-603669724E96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B9BC494D-3B8B-A317-CFD2-86F82C7C2E83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5B42D54A-6483-BA1B-2F5B-58384A31CF8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A8D044-6251-E1AA-203F-C0DF643780CE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1899EB-2C32-630B-0A0A-D0FD3E4B1219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FAB9D6F-A2CB-F867-74D8-1A103D1F915F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9FD2A43-B980-43C3-07DA-D82DBE777254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CC8730E-9085-C15B-3EFB-C234657604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C43D336-4CAB-2D0A-E95E-B841C5DCC8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3080C35-01FC-DBE7-46A2-344F994758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AC7F613-72D9-5702-FA27-26CC98802EC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347802-9280-DEBB-5D4F-6FE0C77A1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428675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9CA7-F0BA-1AF5-9EB6-863A4BA2F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656816A-9B9F-2599-1851-DF59CD743B00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B1749D66-0763-87A7-7A05-4C6998EAE0CB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B7917C-524A-84BA-2A39-66433BCFB7B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B51CAD-D0DD-B8EB-7098-1332EAA3A80B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CDB5C8-FBD8-CBC3-0303-D2E410F2DE8D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96C1FE-4CEB-2361-5200-C4032B79470A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9F1C1C-44CA-995F-1505-E2A8EC493E21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2B93F8-D77E-765A-358C-F49B163DD173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DF07E9FE-A568-EE40-F92A-81BAD823B452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880DAB91-9F5E-B2BA-C55B-422F924F694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2A2C19F-5B5F-3473-72CB-A70CA808D63A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267E76-C9CC-9853-69FB-9D5214B8056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419FE3-E773-BFA9-C535-DEB1F8A4A0C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1201C8-FD99-9146-43B1-0B8DA910BCB3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08B19FC-5B6A-9EC5-5B81-E29E4AC4554C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BE8F27-CC15-F70E-0644-8FD7DB93D06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1A0C07E-2A1D-6720-7AE8-BC6A5AB39F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F31C2B2-51B3-86EB-5759-31E12D764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B6D0B5E-50C3-A8E2-60E7-E99864BC7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2F7D18A0-199C-E6F3-A035-C4A941C21EFA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789401-54E5-C6E2-EB23-4426071E96B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/>
              <a:t>B2.S3.2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778027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0E028-5395-54B7-7BAE-40EEA1CD1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1B4999-8D1C-A5E6-5DEE-F900E9248934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8A4ECB9-89FE-0530-E92D-D9C75CA1120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A0A8A43-9104-9091-3A91-2DA5C713F727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FEC87CDB-E423-8628-A4EB-C7593548A430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1B6C7EE-5901-3819-5251-7AAE6700190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FF0E63-C42D-DC91-6C3A-19FA57731BC5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A33F38-EBAD-4FBB-FEAA-D1EC08F2DB66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51006C2-03FC-31E4-7322-107656802A7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74C6A82-1617-4C19-C602-84733210A2DE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8E9D098-2DF8-5E40-FE80-176E5FA432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AC72D70-DB0C-C8C6-5025-5B21F2D546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1C8CEF7-E6EB-9D94-3AA9-04263D9071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58497FC4-AFC2-F0D1-AF26-FA0D84683CE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AC7286-4C07-603E-109C-49A710653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B2.S3.3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5AADE78-E113-DEC9-AD9D-160B067C4587}"/>
              </a:ext>
            </a:extLst>
          </p:cNvPr>
          <p:cNvCxnSpPr>
            <a:cxnSpLocks/>
          </p:cNvCxnSpPr>
          <p:nvPr/>
        </p:nvCxnSpPr>
        <p:spPr>
          <a:xfrm>
            <a:off x="8273640" y="3371850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99544AB-2EE1-43E3-7383-03F01B10AF1C}"/>
              </a:ext>
            </a:extLst>
          </p:cNvPr>
          <p:cNvGrpSpPr/>
          <p:nvPr/>
        </p:nvGrpSpPr>
        <p:grpSpPr>
          <a:xfrm>
            <a:off x="8220918" y="2492215"/>
            <a:ext cx="492443" cy="714419"/>
            <a:chOff x="6807375" y="1908879"/>
            <a:chExt cx="492443" cy="71441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223301-A876-C3D4-F1BD-1536006F18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3A09910-D6BB-DDC0-501A-723DE574B347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156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EABA7-4DEC-071B-9D0F-51AFA905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30B63D3-DDB2-D905-A717-7BD0BF2192C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F604417-D13A-4A30-6AC3-36118C0791A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3275B9-165D-5E68-3309-EE0A2901F956}"/>
              </a:ext>
            </a:extLst>
          </p:cNvPr>
          <p:cNvSpPr txBox="1"/>
          <p:nvPr/>
        </p:nvSpPr>
        <p:spPr>
          <a:xfrm>
            <a:off x="3313216" y="2766954"/>
            <a:ext cx="6303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r>
              <a:rPr lang="en-ES" sz="3200" baseline="-25000" dirty="0"/>
              <a:t>c</a:t>
            </a:r>
            <a:endParaRPr lang="en-ES" baseline="-25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5B5718-F23C-5A2A-ECDC-54B17A4FB3B2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5A5592-2C11-4CC9-7D35-CC10E5D25EC1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20D06F-6472-B335-1DAC-325F571EF48E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6F53C13-5125-EDE2-F888-7D57C40B04B0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3337ED-B28F-A449-58DB-395F689F69E1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95F2753-C447-4B91-33ED-2B2411ACF21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AA49AC4-8329-F348-1016-E201C23EF09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F51AFEC-32CB-7C7A-CCF2-6240AF626561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D56181-D8E9-873F-F780-671F1A267DE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BF26F2-5FCA-6918-3AA4-81C1A42DBD3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0EA41E-C95E-9953-6895-01B5262093E7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0FE0F2-F289-0683-EA74-E3FB378CACCA}"/>
              </a:ext>
            </a:extLst>
          </p:cNvPr>
          <p:cNvSpPr txBox="1"/>
          <p:nvPr/>
        </p:nvSpPr>
        <p:spPr>
          <a:xfrm>
            <a:off x="2551216" y="1731821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E493776-20C2-D6CC-3CBB-B2622B86BD6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3718064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5C56796-F427-EE52-61B4-F6BBBEC511FE}"/>
              </a:ext>
            </a:extLst>
          </p:cNvPr>
          <p:cNvSpPr/>
          <p:nvPr/>
        </p:nvSpPr>
        <p:spPr>
          <a:xfrm>
            <a:off x="711134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A0DF6D-B6E1-9D37-1949-58A6E46A6C13}"/>
              </a:ext>
            </a:extLst>
          </p:cNvPr>
          <p:cNvSpPr txBox="1"/>
          <p:nvPr/>
        </p:nvSpPr>
        <p:spPr>
          <a:xfrm>
            <a:off x="717270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D8EFFB6-2049-F2EB-706B-18FF5BADA445}"/>
              </a:ext>
            </a:extLst>
          </p:cNvPr>
          <p:cNvSpPr/>
          <p:nvPr/>
        </p:nvSpPr>
        <p:spPr>
          <a:xfrm>
            <a:off x="6313714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7CB2E-0AE0-D989-6A5B-D082B38D7E4F}"/>
              </a:ext>
            </a:extLst>
          </p:cNvPr>
          <p:cNvSpPr txBox="1"/>
          <p:nvPr/>
        </p:nvSpPr>
        <p:spPr>
          <a:xfrm>
            <a:off x="5793180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6" name="Left Bracket 5">
            <a:extLst>
              <a:ext uri="{FF2B5EF4-FFF2-40B4-BE49-F238E27FC236}">
                <a16:creationId xmlns:a16="http://schemas.microsoft.com/office/drawing/2014/main" id="{8A50DEEA-92F3-2775-ADEA-D7E62912F2EB}"/>
              </a:ext>
            </a:extLst>
          </p:cNvPr>
          <p:cNvSpPr/>
          <p:nvPr/>
        </p:nvSpPr>
        <p:spPr>
          <a:xfrm rot="16200000">
            <a:off x="6699661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2999D2-BA3C-98A6-5A1D-4C6AFDFE0AD9}"/>
              </a:ext>
            </a:extLst>
          </p:cNvPr>
          <p:cNvSpPr txBox="1"/>
          <p:nvPr/>
        </p:nvSpPr>
        <p:spPr>
          <a:xfrm>
            <a:off x="6551219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17C56C-AFF4-2736-6D42-B09AAF0DF81F}"/>
              </a:ext>
            </a:extLst>
          </p:cNvPr>
          <p:cNvCxnSpPr>
            <a:cxnSpLocks/>
          </p:cNvCxnSpPr>
          <p:nvPr/>
        </p:nvCxnSpPr>
        <p:spPr>
          <a:xfrm>
            <a:off x="4667003" y="3371850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FE33F4-F770-8FBF-1A11-0A5BE54847DF}"/>
              </a:ext>
            </a:extLst>
          </p:cNvPr>
          <p:cNvCxnSpPr>
            <a:cxnSpLocks/>
          </p:cNvCxnSpPr>
          <p:nvPr/>
        </p:nvCxnSpPr>
        <p:spPr>
          <a:xfrm>
            <a:off x="3384468" y="3371850"/>
            <a:ext cx="71251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179048C-3800-89A7-7967-8078AEC13DBF}"/>
              </a:ext>
            </a:extLst>
          </p:cNvPr>
          <p:cNvSpPr txBox="1"/>
          <p:nvPr/>
        </p:nvSpPr>
        <p:spPr>
          <a:xfrm>
            <a:off x="3477498" y="270559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p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A8168F-9B89-A3E9-E063-DCB8ED3F5950}"/>
              </a:ext>
            </a:extLst>
          </p:cNvPr>
          <p:cNvSpPr txBox="1"/>
          <p:nvPr/>
        </p:nvSpPr>
        <p:spPr>
          <a:xfrm>
            <a:off x="3443845" y="261257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2C8C8D4-60DE-28A6-00FF-97623BA6FE0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230410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32B9-70A9-A4BE-00A7-E3DBA258F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3CC0DD-03A6-F911-F183-89CA05CA2D42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01CEB4DF-7E63-764D-1BDB-7038388FAD8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D2240E-7A76-E78B-342A-24862F11716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CAA9728-1265-7F5D-8F21-DF5A21BC5C4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36BA70B-0701-FB87-72C6-E4A0EAA78A17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F4A1C6-C39C-3BD8-879B-0CD95C083546}"/>
              </a:ext>
            </a:extLst>
          </p:cNvPr>
          <p:cNvSpPr txBox="1"/>
          <p:nvPr/>
        </p:nvSpPr>
        <p:spPr>
          <a:xfrm>
            <a:off x="4296893" y="272934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0D4A644E-1822-5113-B094-7555EFF29B8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AA0CDB8-C295-56D7-F804-39DFECABA9F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85C8731-D7A8-B27A-581A-9FFEBF555825}"/>
              </a:ext>
            </a:extLst>
          </p:cNvPr>
          <p:cNvSpPr/>
          <p:nvPr/>
        </p:nvSpPr>
        <p:spPr>
          <a:xfrm rot="16200000">
            <a:off x="3980215" y="3683329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83AE0E-0475-A827-86BC-4F4942AF655F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9B47C1-0303-F915-8B52-F854E380BF90}"/>
              </a:ext>
            </a:extLst>
          </p:cNvPr>
          <p:cNvSpPr txBox="1"/>
          <p:nvPr/>
        </p:nvSpPr>
        <p:spPr>
          <a:xfrm>
            <a:off x="3831773" y="4069276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86E59E-31FE-7216-55AA-196AF2162772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BD79016-9414-39C0-5391-1D6494DD35A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D209CF9-C95E-0CB1-C8FE-93FB145F8E98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F20A388-C352-1528-C185-73B298A53E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642A9C1-B211-B2AC-80BD-FF44D8D9F0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C01CE68-3D62-1C64-892D-4AFC4A0F7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7E983365-4147-07BD-7F83-135410D3679D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6F6D89B-2517-86EE-1015-1A84AEE517E9}"/>
              </a:ext>
            </a:extLst>
          </p:cNvPr>
          <p:cNvSpPr/>
          <p:nvPr/>
        </p:nvSpPr>
        <p:spPr>
          <a:xfrm>
            <a:off x="9177646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E9EA8-12A5-C4B6-4B19-E3D8E9410B7E}"/>
              </a:ext>
            </a:extLst>
          </p:cNvPr>
          <p:cNvSpPr txBox="1"/>
          <p:nvPr/>
        </p:nvSpPr>
        <p:spPr>
          <a:xfrm>
            <a:off x="9239004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E96A11F-8438-2265-6C07-966BFEE5CE0B}"/>
              </a:ext>
            </a:extLst>
          </p:cNvPr>
          <p:cNvSpPr/>
          <p:nvPr/>
        </p:nvSpPr>
        <p:spPr>
          <a:xfrm>
            <a:off x="8380015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CB6188-9FD3-EA37-062D-DCF455EF9B51}"/>
              </a:ext>
            </a:extLst>
          </p:cNvPr>
          <p:cNvSpPr txBox="1"/>
          <p:nvPr/>
        </p:nvSpPr>
        <p:spPr>
          <a:xfrm>
            <a:off x="7859481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29BD98E2-C994-1DF5-3D87-595316E8A32F}"/>
              </a:ext>
            </a:extLst>
          </p:cNvPr>
          <p:cNvSpPr/>
          <p:nvPr/>
        </p:nvSpPr>
        <p:spPr>
          <a:xfrm rot="16200000">
            <a:off x="8765962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0AD28E-4E26-B35E-FC55-9F3F476A7202}"/>
              </a:ext>
            </a:extLst>
          </p:cNvPr>
          <p:cNvSpPr txBox="1"/>
          <p:nvPr/>
        </p:nvSpPr>
        <p:spPr>
          <a:xfrm>
            <a:off x="8617520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3D46EFE-B47A-FAA4-36B2-EB0BE47A0BC1}"/>
              </a:ext>
            </a:extLst>
          </p:cNvPr>
          <p:cNvSpPr/>
          <p:nvPr/>
        </p:nvSpPr>
        <p:spPr>
          <a:xfrm>
            <a:off x="4055424" y="327165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9F4F1A-FFCA-7508-A513-7E3BB28E1A43}"/>
              </a:ext>
            </a:extLst>
          </p:cNvPr>
          <p:cNvSpPr txBox="1"/>
          <p:nvPr/>
        </p:nvSpPr>
        <p:spPr>
          <a:xfrm>
            <a:off x="3808031" y="2715489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2</a:t>
            </a:r>
            <a:endParaRPr lang="en-ES" baseline="-25000" dirty="0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F564A7CC-23C8-AA4C-DBA8-480F48A584F2}"/>
              </a:ext>
            </a:extLst>
          </p:cNvPr>
          <p:cNvSpPr/>
          <p:nvPr/>
        </p:nvSpPr>
        <p:spPr>
          <a:xfrm rot="16200000">
            <a:off x="3841670" y="3390406"/>
            <a:ext cx="148444" cy="48095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241D11-B44C-6A40-9A9F-3CEC85CF8E07}"/>
              </a:ext>
            </a:extLst>
          </p:cNvPr>
          <p:cNvSpPr txBox="1"/>
          <p:nvPr/>
        </p:nvSpPr>
        <p:spPr>
          <a:xfrm>
            <a:off x="3699166" y="3580408"/>
            <a:ext cx="635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2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8E9C17C-495A-0162-FDD5-BF8EA4581F4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1894072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0A45-12B3-E6FF-72E5-CEF888A5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25F995-C247-A1D9-E205-232195DB3933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27B03E8-82FD-F08F-861C-6D0A33F4A31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28E831-3A42-0120-92F8-C880FC005015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F9E7BA-7FE5-20FC-71DE-2D0BC33C02A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4A3FA9E-BB46-6723-058D-BA156DFD9ADA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710CCB9-C85E-76BC-0CE1-43602100ABE6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65C92FDB-B78F-0A83-E2CA-3B8EB4322D5C}"/>
              </a:ext>
            </a:extLst>
          </p:cNvPr>
          <p:cNvSpPr/>
          <p:nvPr/>
        </p:nvSpPr>
        <p:spPr>
          <a:xfrm rot="16200000">
            <a:off x="3916552" y="376085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29E65-CDE6-4B14-90B1-907AD22CAAA9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4FD1E5-1F14-06AA-E61C-F6197A944B08}"/>
              </a:ext>
            </a:extLst>
          </p:cNvPr>
          <p:cNvSpPr txBox="1"/>
          <p:nvPr/>
        </p:nvSpPr>
        <p:spPr>
          <a:xfrm>
            <a:off x="3799115" y="406927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36A298-31A2-8C97-CF3C-CC9F6574F54B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AFD0D6-D14D-F6F7-8A0B-4072F066E07A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35B7363-C1FB-3173-D4CB-C74B586F7872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41A480D-F9ED-3623-282C-1F9CE05330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99C83D-7862-3D91-E75C-5590959E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BFD2FA4-6B5C-6FE7-4EAF-D82D29F2C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4452DAC9-7CF5-C230-9E03-A2DDF52B5AB9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3EC94B-399B-E38E-37E0-45E79477B9A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7713CC-28F8-C6E2-F247-65CC3CDEF2ED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8EAFAF-9BA3-FDFE-9ACF-AAAB636FF3E8}"/>
              </a:ext>
            </a:extLst>
          </p:cNvPr>
          <p:cNvGrpSpPr/>
          <p:nvPr/>
        </p:nvGrpSpPr>
        <p:grpSpPr>
          <a:xfrm>
            <a:off x="8242691" y="2481532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8ACA039-C6A0-C25B-1CCC-BC285DD48FE8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C18C7D2-4027-C551-6594-979890F6D6D3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D3AFA48-7635-1EC1-8093-705313FB6501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D7CB7C4-3DAB-2646-6107-B8F267E6776A}"/>
              </a:ext>
            </a:extLst>
          </p:cNvPr>
          <p:cNvGrpSpPr/>
          <p:nvPr/>
        </p:nvGrpSpPr>
        <p:grpSpPr>
          <a:xfrm>
            <a:off x="4370182" y="2588364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DCEFE6C-C440-0D8B-B05F-7F527EF13A4C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6DD7653-60D8-9F54-E7B5-FDB7C18160FE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BB20B94A-411C-9E84-662C-62BF4BA5AB2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C54DAD-07BD-9AB3-07F7-4FC0E33F002D}"/>
              </a:ext>
            </a:extLst>
          </p:cNvPr>
          <p:cNvSpPr txBox="1"/>
          <p:nvPr/>
        </p:nvSpPr>
        <p:spPr>
          <a:xfrm>
            <a:off x="3831218" y="2732141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138714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075D9-B264-825B-532B-B180860E6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763DD9-993C-3514-E675-95E24402EB2D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ABC2F58-A019-92D9-6FD2-20C8F41FB173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DF3C7A-0632-AEFC-D827-6BFB079255A9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0A35E1E-B36B-E23D-6EBD-E993B7DEA20C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14AD376-A594-A0DA-BDB3-0958643FC146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905BA6B-123B-52BB-96A1-32BACAD88736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C38797DC-B676-8C5B-8C35-36A21D773294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93FF0A-8937-08D2-1310-3B4A47DBAA49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2A4A39-E45D-AC6A-09BA-6EBB1012D984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AE7BA-7A0A-C319-82A4-AA88835A3320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34B5B96-0088-F82B-5A7B-D18FA389AB8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1D212A-2AB5-CCC3-A44B-C7E9FA75A584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618F7BC-A860-C613-EC4D-281DDB03791A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9423E74-077D-F3D4-3EC5-AE7876EF29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ABE09D-0045-36A9-6F90-714DD699536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CA5ED51-2612-EC3D-5D32-F3007D904DD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1654F4F-7C49-BECF-17CD-5741369D18A2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98B3DF1-CE3D-9021-24F0-3D2D302A83C2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4FF0838-5957-CD49-9DA3-C81C0431F8AA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A1E35302-89CD-CA7C-D6A9-E8787064145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A319F1-61BE-99FC-8CE0-606D58918292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AA5560C-D58A-C2D3-D49B-D5ED93468D1C}"/>
              </a:ext>
            </a:extLst>
          </p:cNvPr>
          <p:cNvCxnSpPr>
            <a:stCxn id="6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B35CC31-AF1B-E747-5FB0-282B93A6AD92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4C43FB9-0C95-FB13-EEA0-773ED439882E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7D55EED7-4859-7187-68F3-D5FF8D930EE5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A47E815-8CED-D086-4531-C7C5A506E9F7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1" name="Arc 30">
            <a:extLst>
              <a:ext uri="{FF2B5EF4-FFF2-40B4-BE49-F238E27FC236}">
                <a16:creationId xmlns:a16="http://schemas.microsoft.com/office/drawing/2014/main" id="{5BE644F9-641C-1D86-E45C-CDD6DB614DA7}"/>
              </a:ext>
            </a:extLst>
          </p:cNvPr>
          <p:cNvSpPr/>
          <p:nvPr/>
        </p:nvSpPr>
        <p:spPr>
          <a:xfrm>
            <a:off x="7794070" y="2877440"/>
            <a:ext cx="945695" cy="978523"/>
          </a:xfrm>
          <a:prstGeom prst="arc">
            <a:avLst>
              <a:gd name="adj1" fmla="val 10684801"/>
              <a:gd name="adj2" fmla="val 908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38E962-FF65-B813-4469-188C808539BC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8244AAC-C1D9-5580-9896-3C2DB3626517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846634-6D63-BDF9-6FCD-D5FBD3492ED1}"/>
              </a:ext>
            </a:extLst>
          </p:cNvPr>
          <p:cNvSpPr txBox="1"/>
          <p:nvPr/>
        </p:nvSpPr>
        <p:spPr>
          <a:xfrm>
            <a:off x="6147326" y="1941527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6045CE-3BF0-D6DC-832D-98206D58E99D}"/>
              </a:ext>
            </a:extLst>
          </p:cNvPr>
          <p:cNvSpPr txBox="1"/>
          <p:nvPr/>
        </p:nvSpPr>
        <p:spPr>
          <a:xfrm>
            <a:off x="8496798" y="2432027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</a:t>
            </a:r>
            <a:endParaRPr lang="en-E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4AC2595-AD3B-5512-E78F-F26795CE09D9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E8DA0B-B177-A9AB-DA9D-8949C80F2BEF}"/>
              </a:ext>
            </a:extLst>
          </p:cNvPr>
          <p:cNvSpPr txBox="1"/>
          <p:nvPr/>
        </p:nvSpPr>
        <p:spPr>
          <a:xfrm>
            <a:off x="6849965" y="2844225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Ω</a:t>
            </a:r>
            <a:endParaRPr lang="en-E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3C8573-153D-6267-B911-54F81F8B671A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89394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4C58B-F1B4-D0D3-36DE-F10D3DEA8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3E10824-F862-54E0-4E0B-615C9B137BB2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39B425D-92DA-E284-4EB0-A1A29EC8369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05A3DCF-4E47-1458-BF2D-49A7F1DE22D1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32F96D0-C79E-A7F3-2838-A5D0FD386AFC}"/>
              </a:ext>
            </a:extLst>
          </p:cNvPr>
          <p:cNvSpPr/>
          <p:nvPr/>
        </p:nvSpPr>
        <p:spPr>
          <a:xfrm rot="16200000">
            <a:off x="4912488" y="4075413"/>
            <a:ext cx="160057" cy="257483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69D7876-41E0-DFCF-FEBD-A01CED3DC08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65AE9A-6893-F71A-D235-734A919BFBCE}"/>
              </a:ext>
            </a:extLst>
          </p:cNvPr>
          <p:cNvSpPr txBox="1"/>
          <p:nvPr/>
        </p:nvSpPr>
        <p:spPr>
          <a:xfrm>
            <a:off x="4782856" y="5346775"/>
            <a:ext cx="6222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2a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8AF4CB-727E-ABEA-491E-DAD832404655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AE74486-B8F6-7A75-2660-46A54E8365ED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5D47759-6207-BD08-854F-9BC31063F4B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F213D21-0DC4-2594-C7F1-0BC9DC64B9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4A51959-3224-3F98-DC7A-585BC8A008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D935FBA-C630-6CAB-2510-4F559014EE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D6D540A3-5A4D-0ABB-72B7-15557E669A3E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B3CF6A-DCF4-E0A4-6D1E-D162EA3B2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2A6D04B5-C551-8C14-8CDF-C0F029B57189}"/>
              </a:ext>
            </a:extLst>
          </p:cNvPr>
          <p:cNvSpPr/>
          <p:nvPr/>
        </p:nvSpPr>
        <p:spPr>
          <a:xfrm rot="16200000">
            <a:off x="6883595" y="469273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B5F68-1FC7-5EDA-1BB6-C11CA105A47C}"/>
              </a:ext>
            </a:extLst>
          </p:cNvPr>
          <p:cNvSpPr txBox="1"/>
          <p:nvPr/>
        </p:nvSpPr>
        <p:spPr>
          <a:xfrm>
            <a:off x="6786615" y="528451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9184E9-85B9-E4CE-DB01-690D8F67337C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DA4C9CE-3B2C-DE00-825C-CC6347F6A70D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00A75AF-5BE5-D86A-EF54-A25FED8CDF94}"/>
              </a:ext>
            </a:extLst>
          </p:cNvPr>
          <p:cNvSpPr txBox="1"/>
          <p:nvPr/>
        </p:nvSpPr>
        <p:spPr>
          <a:xfrm>
            <a:off x="6808730" y="2839673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43436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2A3EE-F8F8-AA0D-985C-FB8B4FFB1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82A3F1F-6E6F-2F80-AA36-D8C299273A00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8C6CE50-1640-509A-0A98-6B7269448927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798EFF-6FDF-E731-39AA-41030A6739E5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B20E56C-F19C-F0A7-EEA8-909A043ACD98}"/>
              </a:ext>
            </a:extLst>
          </p:cNvPr>
          <p:cNvSpPr/>
          <p:nvPr/>
        </p:nvSpPr>
        <p:spPr>
          <a:xfrm rot="16200000">
            <a:off x="5071652" y="3847628"/>
            <a:ext cx="177172" cy="293719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0A12FCC6-0317-069E-D3B6-23938887ABE2}"/>
              </a:ext>
            </a:extLst>
          </p:cNvPr>
          <p:cNvSpPr/>
          <p:nvPr/>
        </p:nvSpPr>
        <p:spPr>
          <a:xfrm rot="16200000">
            <a:off x="4253035" y="4172350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FC52FA-D29A-47EB-AB85-8D05C6E06EA8}"/>
              </a:ext>
            </a:extLst>
          </p:cNvPr>
          <p:cNvSpPr txBox="1"/>
          <p:nvPr/>
        </p:nvSpPr>
        <p:spPr>
          <a:xfrm>
            <a:off x="5044570" y="531353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742EC7-D722-CD77-E250-18E439C790DF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7CB7DC7-0C2C-DCFA-D4C6-A6723C357CA8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41061D2-DCCA-D6B1-D562-CC5A0C8A14C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561E810-4B38-C3F4-60D0-5FDB4D15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F3CB99F-4CF7-DDFE-878A-939B99D069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E0CEBA-DCD4-38A7-0868-71A1C410B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F86879A8-53B5-C453-6242-27CC899E9010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796B67-B1F9-A610-B9D5-DFE64C2BD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489E5-BCC2-0424-7D1A-2D922F595C9E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0A28675-F96D-02C1-4A6A-6B0731C31760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57D6C0-94ED-DA24-48D7-6EBF07002998}"/>
              </a:ext>
            </a:extLst>
          </p:cNvPr>
          <p:cNvSpPr txBox="1"/>
          <p:nvPr/>
        </p:nvSpPr>
        <p:spPr>
          <a:xfrm>
            <a:off x="6450235" y="2629848"/>
            <a:ext cx="6463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dq</a:t>
            </a:r>
            <a:endParaRPr lang="en-E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6041FB6-4CB9-AC49-6DBE-20213160A718}"/>
              </a:ext>
            </a:extLst>
          </p:cNvPr>
          <p:cNvGrpSpPr/>
          <p:nvPr/>
        </p:nvGrpSpPr>
        <p:grpSpPr>
          <a:xfrm>
            <a:off x="6628835" y="3255206"/>
            <a:ext cx="306515" cy="308114"/>
            <a:chOff x="5973417" y="2236303"/>
            <a:chExt cx="306515" cy="308114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BE246FD-1259-6E6E-54F9-897758CA1FD6}"/>
                </a:ext>
              </a:extLst>
            </p:cNvPr>
            <p:cNvCxnSpPr/>
            <p:nvPr/>
          </p:nvCxnSpPr>
          <p:spPr>
            <a:xfrm>
              <a:off x="5973417" y="2236304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9B4797B-BE05-D882-E682-BA2C39FBD544}"/>
                </a:ext>
              </a:extLst>
            </p:cNvPr>
            <p:cNvCxnSpPr/>
            <p:nvPr/>
          </p:nvCxnSpPr>
          <p:spPr>
            <a:xfrm>
              <a:off x="6279932" y="2236303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Left Bracket 26">
            <a:extLst>
              <a:ext uri="{FF2B5EF4-FFF2-40B4-BE49-F238E27FC236}">
                <a16:creationId xmlns:a16="http://schemas.microsoft.com/office/drawing/2014/main" id="{692CA6A3-C943-CBA0-68C3-6684473F19FE}"/>
              </a:ext>
            </a:extLst>
          </p:cNvPr>
          <p:cNvSpPr/>
          <p:nvPr/>
        </p:nvSpPr>
        <p:spPr>
          <a:xfrm rot="16200000">
            <a:off x="6693509" y="3670641"/>
            <a:ext cx="177172" cy="30651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D9D2C9-B923-7A6B-287F-6B1E6EDB8E21}"/>
              </a:ext>
            </a:extLst>
          </p:cNvPr>
          <p:cNvSpPr txBox="1"/>
          <p:nvPr/>
        </p:nvSpPr>
        <p:spPr>
          <a:xfrm>
            <a:off x="6475882" y="3891333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022837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01597-7450-32D3-1762-535E79036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E7D4238F-E667-C23A-18C5-0D6D393D5C10}"/>
              </a:ext>
            </a:extLst>
          </p:cNvPr>
          <p:cNvSpPr/>
          <p:nvPr/>
        </p:nvSpPr>
        <p:spPr>
          <a:xfrm>
            <a:off x="6377103" y="1555532"/>
            <a:ext cx="1816924" cy="4018613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D65285-557F-27DA-B15E-9DE61ACEEA98}"/>
              </a:ext>
            </a:extLst>
          </p:cNvPr>
          <p:cNvCxnSpPr>
            <a:cxnSpLocks/>
          </p:cNvCxnSpPr>
          <p:nvPr/>
        </p:nvCxnSpPr>
        <p:spPr>
          <a:xfrm flipV="1">
            <a:off x="7277685" y="97930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2072D42-100E-C2F8-6369-5FA85F8589E4}"/>
              </a:ext>
            </a:extLst>
          </p:cNvPr>
          <p:cNvCxnSpPr>
            <a:cxnSpLocks/>
            <a:endCxn id="9" idx="0"/>
          </p:cNvCxnSpPr>
          <p:nvPr/>
        </p:nvCxnSpPr>
        <p:spPr>
          <a:xfrm flipV="1">
            <a:off x="7287582" y="2914445"/>
            <a:ext cx="1621720" cy="1243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E10158-C257-779C-68F7-0B63D3D8F6FC}"/>
              </a:ext>
            </a:extLst>
          </p:cNvPr>
          <p:cNvCxnSpPr>
            <a:cxnSpLocks/>
          </p:cNvCxnSpPr>
          <p:nvPr/>
        </p:nvCxnSpPr>
        <p:spPr>
          <a:xfrm>
            <a:off x="7259303" y="4179264"/>
            <a:ext cx="34210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10D6D58-7E55-E95D-6E31-FE3661C9D669}"/>
              </a:ext>
            </a:extLst>
          </p:cNvPr>
          <p:cNvSpPr txBox="1"/>
          <p:nvPr/>
        </p:nvSpPr>
        <p:spPr>
          <a:xfrm>
            <a:off x="10314578" y="4157491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374E12-1D22-9543-78AA-88F0713C5340}"/>
              </a:ext>
            </a:extLst>
          </p:cNvPr>
          <p:cNvSpPr txBox="1"/>
          <p:nvPr/>
        </p:nvSpPr>
        <p:spPr>
          <a:xfrm>
            <a:off x="8723995" y="291444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45C705-F544-51B8-5BAA-E7638F54C8DD}"/>
              </a:ext>
            </a:extLst>
          </p:cNvPr>
          <p:cNvSpPr txBox="1"/>
          <p:nvPr/>
        </p:nvSpPr>
        <p:spPr>
          <a:xfrm>
            <a:off x="6899998" y="60450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8C4F36-CA0C-DA96-5EF1-098A1F1DE15E}"/>
              </a:ext>
            </a:extLst>
          </p:cNvPr>
          <p:cNvSpPr txBox="1"/>
          <p:nvPr/>
        </p:nvSpPr>
        <p:spPr>
          <a:xfrm>
            <a:off x="6373261" y="2665779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CEP</a:t>
            </a:r>
            <a:endParaRPr lang="en-ES" sz="3200" baseline="-25000" dirty="0"/>
          </a:p>
        </p:txBody>
      </p:sp>
      <p:sp>
        <p:nvSpPr>
          <p:cNvPr id="25" name="Left Bracket 24">
            <a:extLst>
              <a:ext uri="{FF2B5EF4-FFF2-40B4-BE49-F238E27FC236}">
                <a16:creationId xmlns:a16="http://schemas.microsoft.com/office/drawing/2014/main" id="{E49DA116-3437-D108-FDC9-F50FE1BF8047}"/>
              </a:ext>
            </a:extLst>
          </p:cNvPr>
          <p:cNvSpPr/>
          <p:nvPr/>
        </p:nvSpPr>
        <p:spPr>
          <a:xfrm rot="16200000">
            <a:off x="7645770" y="557539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21C7E0-5989-4A74-2470-B26EC83F422D}"/>
              </a:ext>
            </a:extLst>
          </p:cNvPr>
          <p:cNvSpPr txBox="1"/>
          <p:nvPr/>
        </p:nvSpPr>
        <p:spPr>
          <a:xfrm>
            <a:off x="7537332" y="6044204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EC1F42-E1A3-2170-222D-FA80D222491A}"/>
              </a:ext>
            </a:extLst>
          </p:cNvPr>
          <p:cNvGrpSpPr/>
          <p:nvPr/>
        </p:nvGrpSpPr>
        <p:grpSpPr>
          <a:xfrm>
            <a:off x="5810279" y="6167824"/>
            <a:ext cx="476989" cy="164275"/>
            <a:chOff x="2325585" y="5248894"/>
            <a:chExt cx="476989" cy="164275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9BDB082-4AAB-967E-F3B5-86A02A26FAED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D16BB8A-1D01-78EA-451C-BB763135E4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C25064B-7549-D190-B1D4-244EE5004F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B2F3A9D-843D-3311-136F-BF30A4B559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Arc 32">
            <a:extLst>
              <a:ext uri="{FF2B5EF4-FFF2-40B4-BE49-F238E27FC236}">
                <a16:creationId xmlns:a16="http://schemas.microsoft.com/office/drawing/2014/main" id="{720FC78E-42D3-7F8A-7900-072023121985}"/>
              </a:ext>
            </a:extLst>
          </p:cNvPr>
          <p:cNvSpPr/>
          <p:nvPr/>
        </p:nvSpPr>
        <p:spPr>
          <a:xfrm>
            <a:off x="6026012" y="5336551"/>
            <a:ext cx="1721923" cy="1626919"/>
          </a:xfrm>
          <a:prstGeom prst="arc">
            <a:avLst>
              <a:gd name="adj1" fmla="val 10736342"/>
              <a:gd name="adj2" fmla="val 14342162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AA1FAE-7058-79DA-9143-2FC83FFDB66F}"/>
              </a:ext>
            </a:extLst>
          </p:cNvPr>
          <p:cNvCxnSpPr>
            <a:cxnSpLocks/>
          </p:cNvCxnSpPr>
          <p:nvPr/>
        </p:nvCxnSpPr>
        <p:spPr>
          <a:xfrm>
            <a:off x="6378290" y="974952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924397A-AA23-0583-BBD2-897A30BA831F}"/>
              </a:ext>
            </a:extLst>
          </p:cNvPr>
          <p:cNvCxnSpPr>
            <a:cxnSpLocks/>
          </p:cNvCxnSpPr>
          <p:nvPr/>
        </p:nvCxnSpPr>
        <p:spPr>
          <a:xfrm>
            <a:off x="8194027" y="979300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956F1E7-B526-BEA6-28A0-16FC0B3A8250}"/>
              </a:ext>
            </a:extLst>
          </p:cNvPr>
          <p:cNvCxnSpPr>
            <a:cxnSpLocks/>
          </p:cNvCxnSpPr>
          <p:nvPr/>
        </p:nvCxnSpPr>
        <p:spPr>
          <a:xfrm flipV="1">
            <a:off x="9868485" y="996376"/>
            <a:ext cx="0" cy="5440816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B8BD0B2-D3FC-951D-0283-63AB35298D75}"/>
              </a:ext>
            </a:extLst>
          </p:cNvPr>
          <p:cNvSpPr txBox="1"/>
          <p:nvPr/>
        </p:nvSpPr>
        <p:spPr>
          <a:xfrm>
            <a:off x="9906225" y="237339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F7BC442-6F87-446D-0644-D1F76A9D7F03}"/>
              </a:ext>
            </a:extLst>
          </p:cNvPr>
          <p:cNvCxnSpPr>
            <a:cxnSpLocks/>
          </p:cNvCxnSpPr>
          <p:nvPr/>
        </p:nvCxnSpPr>
        <p:spPr>
          <a:xfrm flipV="1">
            <a:off x="2590071" y="2081048"/>
            <a:ext cx="0" cy="3493097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F8D5B8F-8EBA-9146-7A95-D11474760B31}"/>
              </a:ext>
            </a:extLst>
          </p:cNvPr>
          <p:cNvSpPr txBox="1"/>
          <p:nvPr/>
        </p:nvSpPr>
        <p:spPr>
          <a:xfrm>
            <a:off x="2219457" y="2518922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sp>
        <p:nvSpPr>
          <p:cNvPr id="49" name="Can 48">
            <a:extLst>
              <a:ext uri="{FF2B5EF4-FFF2-40B4-BE49-F238E27FC236}">
                <a16:creationId xmlns:a16="http://schemas.microsoft.com/office/drawing/2014/main" id="{7238AD5C-0BD4-49D2-F58E-66648AA016B3}"/>
              </a:ext>
            </a:extLst>
          </p:cNvPr>
          <p:cNvSpPr/>
          <p:nvPr/>
        </p:nvSpPr>
        <p:spPr>
          <a:xfrm>
            <a:off x="1990961" y="3103955"/>
            <a:ext cx="1198220" cy="1447282"/>
          </a:xfrm>
          <a:prstGeom prst="can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0" name="Left Bracket 49">
            <a:extLst>
              <a:ext uri="{FF2B5EF4-FFF2-40B4-BE49-F238E27FC236}">
                <a16:creationId xmlns:a16="http://schemas.microsoft.com/office/drawing/2014/main" id="{18DBDD22-0E7E-4679-3DD1-FF203E34C56A}"/>
              </a:ext>
            </a:extLst>
          </p:cNvPr>
          <p:cNvSpPr/>
          <p:nvPr/>
        </p:nvSpPr>
        <p:spPr>
          <a:xfrm rot="16200000">
            <a:off x="2785021" y="4558840"/>
            <a:ext cx="220734" cy="58758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D5BF1A-1A77-83FA-1ABF-02C36DDF3A4C}"/>
              </a:ext>
            </a:extLst>
          </p:cNvPr>
          <p:cNvSpPr txBox="1"/>
          <p:nvPr/>
        </p:nvSpPr>
        <p:spPr>
          <a:xfrm>
            <a:off x="2727688" y="4810593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52" name="Left Bracket 51">
            <a:extLst>
              <a:ext uri="{FF2B5EF4-FFF2-40B4-BE49-F238E27FC236}">
                <a16:creationId xmlns:a16="http://schemas.microsoft.com/office/drawing/2014/main" id="{64159114-C74E-D174-5CFC-4A8827CCEECA}"/>
              </a:ext>
            </a:extLst>
          </p:cNvPr>
          <p:cNvSpPr/>
          <p:nvPr/>
        </p:nvSpPr>
        <p:spPr>
          <a:xfrm rot="10800000">
            <a:off x="3243414" y="3270816"/>
            <a:ext cx="227669" cy="112250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C20573-85AF-DC2D-807C-B651B08EACEE}"/>
              </a:ext>
            </a:extLst>
          </p:cNvPr>
          <p:cNvSpPr txBox="1"/>
          <p:nvPr/>
        </p:nvSpPr>
        <p:spPr>
          <a:xfrm>
            <a:off x="3436369" y="35359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H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496436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6C54-721A-0758-88D0-F6706265C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65354-FE7C-6691-F65D-BD0E9F570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2269BEE-1164-DC02-6BA4-91155201B66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9C6956A6-3CA3-669D-14F0-5E38C71C294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F983BD-7AF0-E13C-CA21-FDFC70D232D2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CA7C066-5DBA-5C96-9FC0-01CE63ABDB32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92EA2785-E71B-97F0-1C6B-9A3002F27F41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1D2F9F10-739D-AA42-DDC2-9BFE80FA04B0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Left Bracket 15">
            <a:extLst>
              <a:ext uri="{FF2B5EF4-FFF2-40B4-BE49-F238E27FC236}">
                <a16:creationId xmlns:a16="http://schemas.microsoft.com/office/drawing/2014/main" id="{EF03EE50-152E-DA96-13C9-8FCDC43D7842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E58941-575C-F3E6-A766-DFF879FDB2F6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7ADEA1-04B5-BEEC-5678-2CC4DFD3EDE7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20F8C7-33B9-2499-2D36-F60F7E6B4F9E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B1E4446-76B8-A842-2F5C-6B21FA0C938B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3E52722-83D8-2B6D-CB97-C79BBBF3E3B2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877375-FC4B-AA7C-F8DA-4B2B95B230FC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F40B916-6B36-3F04-7AB4-D25C9D2B83E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B8876B4-863D-D35F-36FE-7DE459BE6C56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F6E164D-2663-E40F-CADA-57FD76F88FD6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0B2284A-453D-4A2B-ECB7-B72BC1B38E7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68F3F48E-A36A-66E1-1786-A82E62BDF70A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D02D46-6D76-2122-345C-7440A677D10B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8BA1B93-9F95-F7B8-ABAD-A0E30E9FD0A1}"/>
              </a:ext>
            </a:extLst>
          </p:cNvPr>
          <p:cNvCxnSpPr>
            <a:stCxn id="11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6A8344-51DA-7268-3EE4-41CAF3930195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C0B2D1-D519-CDBB-2B03-9678DD3C05B4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Arc 47">
            <a:extLst>
              <a:ext uri="{FF2B5EF4-FFF2-40B4-BE49-F238E27FC236}">
                <a16:creationId xmlns:a16="http://schemas.microsoft.com/office/drawing/2014/main" id="{58873D2C-E030-666B-907F-23FBFFFC07D6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99C5755-C009-59D5-78E2-7D282020A77B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F21B1D-F78D-38FC-C1AB-C04181964DC9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12699D-EF2C-1BF7-8859-2B74C28FE790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C1606F-86A5-7CD3-CD58-CB1A0D47D2F2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433CE6-3862-9757-2416-55A2DC702A03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10800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FCCF-52AF-54AB-4451-61FC1DF07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B3.S6.1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19C08B9-75D1-FBC0-91FE-C40313739C78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CDFB34D-C207-A20A-D1D1-8D8CF0B032B6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0A340F-9944-0CA8-2A18-975A3F6AA90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3F3BB6E-C708-47B1-4883-205990BB5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7DC2397-DCAC-4E6E-ED92-C603007301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C0A1D78-A0E3-36BB-026B-CCAD20C5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Arc 8">
            <a:extLst>
              <a:ext uri="{FF2B5EF4-FFF2-40B4-BE49-F238E27FC236}">
                <a16:creationId xmlns:a16="http://schemas.microsoft.com/office/drawing/2014/main" id="{ACBD0EF1-1846-9659-A5DE-A15E10C7E273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12D7575-465A-F4D2-A3DA-243D40786C4A}"/>
              </a:ext>
            </a:extLst>
          </p:cNvPr>
          <p:cNvSpPr/>
          <p:nvPr/>
        </p:nvSpPr>
        <p:spPr>
          <a:xfrm>
            <a:off x="3147205" y="2899063"/>
            <a:ext cx="1056412" cy="1059873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56C9A14F-22F0-60A0-4A37-87C6F058605D}"/>
              </a:ext>
            </a:extLst>
          </p:cNvPr>
          <p:cNvSpPr/>
          <p:nvPr/>
        </p:nvSpPr>
        <p:spPr>
          <a:xfrm rot="16200000">
            <a:off x="3833608" y="4636864"/>
            <a:ext cx="228049" cy="51197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50EEEFD8-10E3-DA16-BF5B-A02A114E5D72}"/>
              </a:ext>
            </a:extLst>
          </p:cNvPr>
          <p:cNvSpPr/>
          <p:nvPr/>
        </p:nvSpPr>
        <p:spPr>
          <a:xfrm rot="16200000">
            <a:off x="4253433" y="4661051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2EAF5-9816-24B8-5E9B-E3F4B78D9362}"/>
              </a:ext>
            </a:extLst>
          </p:cNvPr>
          <p:cNvSpPr txBox="1"/>
          <p:nvPr/>
        </p:nvSpPr>
        <p:spPr>
          <a:xfrm>
            <a:off x="3747898" y="487451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AEA582-6BCA-1222-015C-C3932E4E0E39}"/>
              </a:ext>
            </a:extLst>
          </p:cNvPr>
          <p:cNvSpPr txBox="1"/>
          <p:nvPr/>
        </p:nvSpPr>
        <p:spPr>
          <a:xfrm>
            <a:off x="4176556" y="5294245"/>
            <a:ext cx="3994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056FC6-9AB9-A612-8A86-AB97A0BE99E5}"/>
              </a:ext>
            </a:extLst>
          </p:cNvPr>
          <p:cNvSpPr txBox="1"/>
          <p:nvPr/>
        </p:nvSpPr>
        <p:spPr>
          <a:xfrm>
            <a:off x="2873826" y="2345418"/>
            <a:ext cx="5341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ε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A39D66-5BC2-83C3-553D-EFDC9D901FD9}"/>
              </a:ext>
            </a:extLst>
          </p:cNvPr>
          <p:cNvSpPr txBox="1"/>
          <p:nvPr/>
        </p:nvSpPr>
        <p:spPr>
          <a:xfrm>
            <a:off x="5110524" y="1879605"/>
            <a:ext cx="4251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62BD04-3D14-5C2F-168D-3319A3576DF0}"/>
              </a:ext>
            </a:extLst>
          </p:cNvPr>
          <p:cNvCxnSpPr>
            <a:cxnSpLocks/>
          </p:cNvCxnSpPr>
          <p:nvPr/>
        </p:nvCxnSpPr>
        <p:spPr>
          <a:xfrm flipH="1">
            <a:off x="4118681" y="2264593"/>
            <a:ext cx="1061293" cy="8374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1981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D298D-50C2-5730-C0A2-0B6C5D52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B4.S8.1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5D4B06E-6679-11CE-805C-0C143B1A4F0D}"/>
              </a:ext>
            </a:extLst>
          </p:cNvPr>
          <p:cNvGrpSpPr/>
          <p:nvPr/>
        </p:nvGrpSpPr>
        <p:grpSpPr>
          <a:xfrm>
            <a:off x="1114278" y="1939864"/>
            <a:ext cx="2765371" cy="3138711"/>
            <a:chOff x="2538633" y="1816769"/>
            <a:chExt cx="2765371" cy="3138711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55C299C-EB0D-9E87-0A6E-164FDDBEB9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7AA2EAF-72F9-E827-DBD5-58D2AAFBD76E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4A1EAB0-3DF4-AE19-0EFB-A646245E2EAE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597C5EC-176B-92E7-3472-45FF98E861A4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4210A2A-9430-F496-1822-3806186CAD77}"/>
              </a:ext>
            </a:extLst>
          </p:cNvPr>
          <p:cNvGrpSpPr/>
          <p:nvPr/>
        </p:nvGrpSpPr>
        <p:grpSpPr>
          <a:xfrm>
            <a:off x="-484917" y="2860581"/>
            <a:ext cx="3211830" cy="3211830"/>
            <a:chOff x="939438" y="2737486"/>
            <a:chExt cx="3211830" cy="3211830"/>
          </a:xfrm>
        </p:grpSpPr>
        <p:sp>
          <p:nvSpPr>
            <p:cNvPr id="3" name="Arc 2">
              <a:extLst>
                <a:ext uri="{FF2B5EF4-FFF2-40B4-BE49-F238E27FC236}">
                  <a16:creationId xmlns:a16="http://schemas.microsoft.com/office/drawing/2014/main" id="{2DFC4CD1-85D5-373B-D592-4859F19C6F15}"/>
                </a:ext>
              </a:extLst>
            </p:cNvPr>
            <p:cNvSpPr/>
            <p:nvPr/>
          </p:nvSpPr>
          <p:spPr>
            <a:xfrm>
              <a:off x="939438" y="2737486"/>
              <a:ext cx="3211830" cy="3211830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Arc 3">
              <a:extLst>
                <a:ext uri="{FF2B5EF4-FFF2-40B4-BE49-F238E27FC236}">
                  <a16:creationId xmlns:a16="http://schemas.microsoft.com/office/drawing/2014/main" id="{49A85426-6585-F0B0-68A1-A1ADC5F0067C}"/>
                </a:ext>
              </a:extLst>
            </p:cNvPr>
            <p:cNvSpPr/>
            <p:nvPr/>
          </p:nvSpPr>
          <p:spPr>
            <a:xfrm>
              <a:off x="1453788" y="3254693"/>
              <a:ext cx="2183130" cy="2177415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C1CE9B-F1C5-3488-CB46-D0A00B706683}"/>
                </a:ext>
              </a:extLst>
            </p:cNvPr>
            <p:cNvCxnSpPr/>
            <p:nvPr/>
          </p:nvCxnSpPr>
          <p:spPr>
            <a:xfrm>
              <a:off x="3636918" y="4343400"/>
              <a:ext cx="514350" cy="0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6BAD17D-744F-0E5D-899B-0D78F9A0722B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2545353" y="2737486"/>
              <a:ext cx="0" cy="517207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5E503188-2778-8777-B43B-8780A22257CB}"/>
              </a:ext>
            </a:extLst>
          </p:cNvPr>
          <p:cNvSpPr/>
          <p:nvPr/>
        </p:nvSpPr>
        <p:spPr>
          <a:xfrm rot="16200000">
            <a:off x="1552760" y="4273064"/>
            <a:ext cx="228042" cy="109156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Left Bracket 22">
            <a:extLst>
              <a:ext uri="{FF2B5EF4-FFF2-40B4-BE49-F238E27FC236}">
                <a16:creationId xmlns:a16="http://schemas.microsoft.com/office/drawing/2014/main" id="{CACB77E5-0D0B-E0B9-FDBE-69D7E5B9C393}"/>
              </a:ext>
            </a:extLst>
          </p:cNvPr>
          <p:cNvSpPr/>
          <p:nvPr/>
        </p:nvSpPr>
        <p:spPr>
          <a:xfrm rot="16200000">
            <a:off x="1809934" y="4514303"/>
            <a:ext cx="228044" cy="160591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80067-C6AC-1E6D-4D70-1FD92DCC3A7C}"/>
              </a:ext>
            </a:extLst>
          </p:cNvPr>
          <p:cNvSpPr txBox="1"/>
          <p:nvPr/>
        </p:nvSpPr>
        <p:spPr>
          <a:xfrm>
            <a:off x="1465444" y="478618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6A6058-36F0-CC72-F887-E64C6EDBA1B5}"/>
              </a:ext>
            </a:extLst>
          </p:cNvPr>
          <p:cNvSpPr txBox="1"/>
          <p:nvPr/>
        </p:nvSpPr>
        <p:spPr>
          <a:xfrm>
            <a:off x="1726774" y="5355064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E5BAAF-63B4-9AA9-CF68-F340BA4DB171}"/>
              </a:ext>
            </a:extLst>
          </p:cNvPr>
          <p:cNvSpPr txBox="1"/>
          <p:nvPr/>
        </p:nvSpPr>
        <p:spPr>
          <a:xfrm>
            <a:off x="663513" y="4172515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720CF1-8D05-2D68-3F83-91AEA5ED35F4}"/>
              </a:ext>
            </a:extLst>
          </p:cNvPr>
          <p:cNvSpPr txBox="1"/>
          <p:nvPr/>
        </p:nvSpPr>
        <p:spPr>
          <a:xfrm>
            <a:off x="689134" y="290249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A1DBEE-840D-D724-67AB-871F25816050}"/>
              </a:ext>
            </a:extLst>
          </p:cNvPr>
          <p:cNvSpPr txBox="1"/>
          <p:nvPr/>
        </p:nvSpPr>
        <p:spPr>
          <a:xfrm>
            <a:off x="2263347" y="445114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9D0DB9-9789-4B2F-DD16-AEE2B0C0F13F}"/>
              </a:ext>
            </a:extLst>
          </p:cNvPr>
          <p:cNvSpPr txBox="1"/>
          <p:nvPr/>
        </p:nvSpPr>
        <p:spPr>
          <a:xfrm>
            <a:off x="1505399" y="366190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9BF26C-50C4-640E-1E03-1ACD36621D9A}"/>
              </a:ext>
            </a:extLst>
          </p:cNvPr>
          <p:cNvSpPr txBox="1"/>
          <p:nvPr/>
        </p:nvSpPr>
        <p:spPr>
          <a:xfrm>
            <a:off x="2212563" y="295479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B69221A-9ECD-68CD-E068-C2EFC32DB47F}"/>
              </a:ext>
            </a:extLst>
          </p:cNvPr>
          <p:cNvGrpSpPr/>
          <p:nvPr/>
        </p:nvGrpSpPr>
        <p:grpSpPr>
          <a:xfrm>
            <a:off x="6228784" y="1570103"/>
            <a:ext cx="2765371" cy="3138711"/>
            <a:chOff x="2538633" y="1816769"/>
            <a:chExt cx="2765371" cy="3138711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2C71692-CCCB-6216-6D76-00C8A813E7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2D6BCF9-693A-5C6C-B7B8-0AD955184B45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44330A9-A6EC-3914-FB32-FEDF608F9271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41269B5-8821-C742-340C-2B5C10E3055F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sp>
        <p:nvSpPr>
          <p:cNvPr id="38" name="Arc 37">
            <a:extLst>
              <a:ext uri="{FF2B5EF4-FFF2-40B4-BE49-F238E27FC236}">
                <a16:creationId xmlns:a16="http://schemas.microsoft.com/office/drawing/2014/main" id="{3E6E172E-1C96-3947-B53D-4D5863ECD132}"/>
              </a:ext>
            </a:extLst>
          </p:cNvPr>
          <p:cNvSpPr/>
          <p:nvPr/>
        </p:nvSpPr>
        <p:spPr>
          <a:xfrm>
            <a:off x="5202504" y="3087156"/>
            <a:ext cx="2077841" cy="2051552"/>
          </a:xfrm>
          <a:prstGeom prst="arc">
            <a:avLst>
              <a:gd name="adj1" fmla="val 5346008"/>
              <a:gd name="adj2" fmla="val 16082257"/>
            </a:avLst>
          </a:prstGeom>
          <a:ln w="57150" cap="rnd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7B73F08-11CE-DAD7-15FD-08A3AC3EC089}"/>
              </a:ext>
            </a:extLst>
          </p:cNvPr>
          <p:cNvCxnSpPr/>
          <p:nvPr/>
        </p:nvCxnSpPr>
        <p:spPr>
          <a:xfrm>
            <a:off x="6228784" y="3087156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C15A6AA-0416-4889-366E-4D35055ABE2B}"/>
              </a:ext>
            </a:extLst>
          </p:cNvPr>
          <p:cNvCxnSpPr/>
          <p:nvPr/>
        </p:nvCxnSpPr>
        <p:spPr>
          <a:xfrm>
            <a:off x="6241424" y="5138708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AE592A22-2A92-D6FC-2FD7-908C1294635B}"/>
              </a:ext>
            </a:extLst>
          </p:cNvPr>
          <p:cNvSpPr/>
          <p:nvPr/>
        </p:nvSpPr>
        <p:spPr>
          <a:xfrm>
            <a:off x="4789417" y="3087156"/>
            <a:ext cx="233023" cy="10262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15F02A-83FC-BE0C-379D-6EA2BBEE2CC0}"/>
              </a:ext>
            </a:extLst>
          </p:cNvPr>
          <p:cNvSpPr txBox="1"/>
          <p:nvPr/>
        </p:nvSpPr>
        <p:spPr>
          <a:xfrm>
            <a:off x="4386743" y="325643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42660E-C9ED-6057-25BA-83FA38AF9BE2}"/>
              </a:ext>
            </a:extLst>
          </p:cNvPr>
          <p:cNvSpPr txBox="1"/>
          <p:nvPr/>
        </p:nvSpPr>
        <p:spPr>
          <a:xfrm>
            <a:off x="7620043" y="26875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5938E2-9FDC-EC5D-F510-90CB972BC476}"/>
              </a:ext>
            </a:extLst>
          </p:cNvPr>
          <p:cNvSpPr txBox="1"/>
          <p:nvPr/>
        </p:nvSpPr>
        <p:spPr>
          <a:xfrm>
            <a:off x="7611469" y="514640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255300-1F64-F3D3-09F1-5C91A26CF1F3}"/>
              </a:ext>
            </a:extLst>
          </p:cNvPr>
          <p:cNvSpPr txBox="1"/>
          <p:nvPr/>
        </p:nvSpPr>
        <p:spPr>
          <a:xfrm>
            <a:off x="4891097" y="444951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20230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10DA9-D4D7-A920-D34A-A852EF9F4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A2FAEB97-BE71-7CA5-AF86-2A40CA96B5DF}"/>
              </a:ext>
            </a:extLst>
          </p:cNvPr>
          <p:cNvSpPr/>
          <p:nvPr/>
        </p:nvSpPr>
        <p:spPr>
          <a:xfrm>
            <a:off x="5029876" y="191541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09C9CD4-07DE-2DE1-E8D0-7D09E90CA1A0}"/>
              </a:ext>
            </a:extLst>
          </p:cNvPr>
          <p:cNvCxnSpPr>
            <a:cxnSpLocks/>
          </p:cNvCxnSpPr>
          <p:nvPr/>
        </p:nvCxnSpPr>
        <p:spPr>
          <a:xfrm flipV="1">
            <a:off x="5930458" y="66031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8E555E-C523-4E48-2E7D-26BA2CE29ACF}"/>
              </a:ext>
            </a:extLst>
          </p:cNvPr>
          <p:cNvCxnSpPr>
            <a:cxnSpLocks/>
          </p:cNvCxnSpPr>
          <p:nvPr/>
        </p:nvCxnSpPr>
        <p:spPr>
          <a:xfrm flipH="1">
            <a:off x="4334635" y="383850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D1EB871-538C-8C41-6948-4EDE719999D4}"/>
              </a:ext>
            </a:extLst>
          </p:cNvPr>
          <p:cNvCxnSpPr>
            <a:cxnSpLocks/>
          </p:cNvCxnSpPr>
          <p:nvPr/>
        </p:nvCxnSpPr>
        <p:spPr>
          <a:xfrm>
            <a:off x="5912076" y="386027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B337405-DC13-848C-BA85-053CFCD772DB}"/>
              </a:ext>
            </a:extLst>
          </p:cNvPr>
          <p:cNvSpPr txBox="1"/>
          <p:nvPr/>
        </p:nvSpPr>
        <p:spPr>
          <a:xfrm>
            <a:off x="4211292" y="441599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C266E0-D62F-24C8-1A5B-2D95ACB037B0}"/>
              </a:ext>
            </a:extLst>
          </p:cNvPr>
          <p:cNvSpPr txBox="1"/>
          <p:nvPr/>
        </p:nvSpPr>
        <p:spPr>
          <a:xfrm>
            <a:off x="7645501" y="328663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33A8D8-EF66-D93B-5045-0A644269E5AC}"/>
              </a:ext>
            </a:extLst>
          </p:cNvPr>
          <p:cNvSpPr txBox="1"/>
          <p:nvPr/>
        </p:nvSpPr>
        <p:spPr>
          <a:xfrm>
            <a:off x="5552771" y="28551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4AD928-0401-C49D-BFAB-97BBDF745787}"/>
              </a:ext>
            </a:extLst>
          </p:cNvPr>
          <p:cNvSpPr txBox="1"/>
          <p:nvPr/>
        </p:nvSpPr>
        <p:spPr>
          <a:xfrm>
            <a:off x="4656273" y="235492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BFC08132-2167-9AED-D6F0-3FBFBD7B63A3}"/>
              </a:ext>
            </a:extLst>
          </p:cNvPr>
          <p:cNvSpPr/>
          <p:nvPr/>
        </p:nvSpPr>
        <p:spPr>
          <a:xfrm>
            <a:off x="5034342" y="2581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F9A79342-FBA2-BB41-3D0D-E8D7A70C13B4}"/>
              </a:ext>
            </a:extLst>
          </p:cNvPr>
          <p:cNvSpPr/>
          <p:nvPr/>
        </p:nvSpPr>
        <p:spPr>
          <a:xfrm rot="16200000">
            <a:off x="6298543" y="525640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605BFE-75AC-160C-E44F-64BA5CDB6F33}"/>
              </a:ext>
            </a:extLst>
          </p:cNvPr>
          <p:cNvSpPr txBox="1"/>
          <p:nvPr/>
        </p:nvSpPr>
        <p:spPr>
          <a:xfrm>
            <a:off x="6190105" y="565989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E437ECB9-B9B1-E359-FB34-FE0D5B2E297B}"/>
              </a:ext>
            </a:extLst>
          </p:cNvPr>
          <p:cNvSpPr/>
          <p:nvPr/>
        </p:nvSpPr>
        <p:spPr>
          <a:xfrm>
            <a:off x="5029981" y="2734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2D704F6-1622-5753-A08C-51629BF7A458}"/>
              </a:ext>
            </a:extLst>
          </p:cNvPr>
          <p:cNvSpPr/>
          <p:nvPr/>
        </p:nvSpPr>
        <p:spPr>
          <a:xfrm>
            <a:off x="5034328" y="2886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903EDC4-F517-8A59-E70F-D5E53A1C1F26}"/>
              </a:ext>
            </a:extLst>
          </p:cNvPr>
          <p:cNvSpPr/>
          <p:nvPr/>
        </p:nvSpPr>
        <p:spPr>
          <a:xfrm>
            <a:off x="5029966" y="3039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CE977048-C84B-CD94-808B-4F80B3BAAB68}"/>
              </a:ext>
            </a:extLst>
          </p:cNvPr>
          <p:cNvSpPr/>
          <p:nvPr/>
        </p:nvSpPr>
        <p:spPr>
          <a:xfrm>
            <a:off x="5025604" y="3191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1439EF0E-F0B9-A63D-8122-18E6B8069DD5}"/>
              </a:ext>
            </a:extLst>
          </p:cNvPr>
          <p:cNvSpPr/>
          <p:nvPr/>
        </p:nvSpPr>
        <p:spPr>
          <a:xfrm>
            <a:off x="5029951" y="3343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46C1C402-8DBC-C8ED-4C60-3B196BFCFB42}"/>
              </a:ext>
            </a:extLst>
          </p:cNvPr>
          <p:cNvSpPr/>
          <p:nvPr/>
        </p:nvSpPr>
        <p:spPr>
          <a:xfrm>
            <a:off x="5025589" y="3496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DAA8370E-6AD9-B48E-FAA0-314B5FED2A4A}"/>
              </a:ext>
            </a:extLst>
          </p:cNvPr>
          <p:cNvSpPr/>
          <p:nvPr/>
        </p:nvSpPr>
        <p:spPr>
          <a:xfrm>
            <a:off x="5038645" y="3648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C5E0B290-F523-B6FE-2783-481F1221F8F6}"/>
              </a:ext>
            </a:extLst>
          </p:cNvPr>
          <p:cNvSpPr/>
          <p:nvPr/>
        </p:nvSpPr>
        <p:spPr>
          <a:xfrm>
            <a:off x="5025574" y="3801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E73D641E-BC30-6ADB-7ABE-06DAED548EDE}"/>
              </a:ext>
            </a:extLst>
          </p:cNvPr>
          <p:cNvSpPr/>
          <p:nvPr/>
        </p:nvSpPr>
        <p:spPr>
          <a:xfrm>
            <a:off x="5029921" y="3953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87450855-8E26-96CF-C007-0DDF6CF48879}"/>
              </a:ext>
            </a:extLst>
          </p:cNvPr>
          <p:cNvSpPr/>
          <p:nvPr/>
        </p:nvSpPr>
        <p:spPr>
          <a:xfrm>
            <a:off x="5025559" y="4105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41D34E69-7261-6666-8CA8-43ED9008C1B1}"/>
              </a:ext>
            </a:extLst>
          </p:cNvPr>
          <p:cNvSpPr/>
          <p:nvPr/>
        </p:nvSpPr>
        <p:spPr>
          <a:xfrm>
            <a:off x="5029906" y="4258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56AB30E6-0553-3DF5-0F3F-484D1AC5722B}"/>
              </a:ext>
            </a:extLst>
          </p:cNvPr>
          <p:cNvSpPr/>
          <p:nvPr/>
        </p:nvSpPr>
        <p:spPr>
          <a:xfrm>
            <a:off x="5025544" y="4410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96587CC-B3A6-D37D-3D89-60E8268F599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1F28EEEC-4F9E-4E35-F0AA-E2254134AA5E}"/>
              </a:ext>
            </a:extLst>
          </p:cNvPr>
          <p:cNvSpPr/>
          <p:nvPr/>
        </p:nvSpPr>
        <p:spPr>
          <a:xfrm rot="10800000">
            <a:off x="6953824" y="2128241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157C85-31C2-3765-B5DD-3F770D72F34E}"/>
              </a:ext>
            </a:extLst>
          </p:cNvPr>
          <p:cNvSpPr txBox="1"/>
          <p:nvPr/>
        </p:nvSpPr>
        <p:spPr>
          <a:xfrm>
            <a:off x="7167111" y="2747584"/>
            <a:ext cx="8490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L,N</a:t>
            </a:r>
            <a:endParaRPr lang="en-ES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12344B86-263A-CDD8-9F1C-1C3544139234}"/>
              </a:ext>
            </a:extLst>
          </p:cNvPr>
          <p:cNvSpPr/>
          <p:nvPr/>
        </p:nvSpPr>
        <p:spPr>
          <a:xfrm>
            <a:off x="5038090" y="4552383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C5FA68DB-5600-AA74-140F-AC799DEB4E0D}"/>
              </a:ext>
            </a:extLst>
          </p:cNvPr>
          <p:cNvSpPr/>
          <p:nvPr/>
        </p:nvSpPr>
        <p:spPr>
          <a:xfrm>
            <a:off x="5039878" y="4694025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04B561EA-0A84-7BA3-170D-C4425D5D14B9}"/>
              </a:ext>
            </a:extLst>
          </p:cNvPr>
          <p:cNvSpPr/>
          <p:nvPr/>
        </p:nvSpPr>
        <p:spPr>
          <a:xfrm>
            <a:off x="5041666" y="48356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0800CED9-9E50-1202-3C2B-F75B88678FEC}"/>
              </a:ext>
            </a:extLst>
          </p:cNvPr>
          <p:cNvSpPr/>
          <p:nvPr/>
        </p:nvSpPr>
        <p:spPr>
          <a:xfrm>
            <a:off x="5043454" y="49880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D10FAB69-1131-DBAB-2972-A1FE456E26D4}"/>
              </a:ext>
            </a:extLst>
          </p:cNvPr>
          <p:cNvSpPr/>
          <p:nvPr/>
        </p:nvSpPr>
        <p:spPr>
          <a:xfrm>
            <a:off x="5025544" y="216728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0EB1C9C6-7D8C-7A98-A0A4-640169B76D9E}"/>
              </a:ext>
            </a:extLst>
          </p:cNvPr>
          <p:cNvSpPr/>
          <p:nvPr/>
        </p:nvSpPr>
        <p:spPr>
          <a:xfrm>
            <a:off x="5038090" y="2308929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F7FD53FB-17BB-9388-2784-E38C28CD233F}"/>
              </a:ext>
            </a:extLst>
          </p:cNvPr>
          <p:cNvSpPr/>
          <p:nvPr/>
        </p:nvSpPr>
        <p:spPr>
          <a:xfrm>
            <a:off x="5039878" y="245057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CA39EAA3-1701-C848-97F1-34A429D4D39F}"/>
              </a:ext>
            </a:extLst>
          </p:cNvPr>
          <p:cNvSpPr/>
          <p:nvPr/>
        </p:nvSpPr>
        <p:spPr>
          <a:xfrm>
            <a:off x="5023328" y="2032164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0814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80B3E943-445B-F936-12D0-D3FAD8707844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7F70B38-E8A3-D7DF-F363-93F9932086BE}"/>
              </a:ext>
            </a:extLst>
          </p:cNvPr>
          <p:cNvCxnSpPr>
            <a:cxnSpLocks/>
          </p:cNvCxnSpPr>
          <p:nvPr/>
        </p:nvCxnSpPr>
        <p:spPr>
          <a:xfrm flipV="1">
            <a:off x="6575916" y="760313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CC1E23-28A9-6BCC-BE20-5C1B057C7AF4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76A70B-A609-E30A-E1B0-FA83F69C856B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ACD9C23-894B-1D30-C745-03602F4000CA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4A896-740D-849F-C810-84BB5A636B43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C5A542-8C42-9ED6-850A-AD050661EC70}"/>
              </a:ext>
            </a:extLst>
          </p:cNvPr>
          <p:cNvSpPr txBox="1"/>
          <p:nvPr/>
        </p:nvSpPr>
        <p:spPr>
          <a:xfrm>
            <a:off x="6198229" y="385520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559CAB3-AA63-1E87-3C34-E37F3C69FD9C}"/>
              </a:ext>
            </a:extLst>
          </p:cNvPr>
          <p:cNvCxnSpPr>
            <a:cxnSpLocks/>
          </p:cNvCxnSpPr>
          <p:nvPr/>
        </p:nvCxnSpPr>
        <p:spPr>
          <a:xfrm flipV="1">
            <a:off x="6579800" y="2947256"/>
            <a:ext cx="0" cy="103137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7BB9EBD-1C30-B6ED-F8D9-6C31D8FA9125}"/>
              </a:ext>
            </a:extLst>
          </p:cNvPr>
          <p:cNvSpPr txBox="1"/>
          <p:nvPr/>
        </p:nvSpPr>
        <p:spPr>
          <a:xfrm>
            <a:off x="6614789" y="2681680"/>
            <a:ext cx="450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z</a:t>
            </a:r>
            <a:r>
              <a:rPr lang="en-ES" sz="3200" dirty="0"/>
              <a:t>'</a:t>
            </a:r>
            <a:endParaRPr lang="en-E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0080567-B3E8-6AD8-128A-10D3F4DE0ADA}"/>
              </a:ext>
            </a:extLst>
          </p:cNvPr>
          <p:cNvGrpSpPr/>
          <p:nvPr/>
        </p:nvGrpSpPr>
        <p:grpSpPr>
          <a:xfrm>
            <a:off x="5661154" y="2705069"/>
            <a:ext cx="1835285" cy="609600"/>
            <a:chOff x="5107021" y="1342417"/>
            <a:chExt cx="1835285" cy="6096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83778A3-7DE1-75AD-E146-1946A438CD3D}"/>
                </a:ext>
              </a:extLst>
            </p:cNvPr>
            <p:cNvSpPr/>
            <p:nvPr/>
          </p:nvSpPr>
          <p:spPr>
            <a:xfrm>
              <a:off x="5107021" y="1342417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9005D1F-BDA2-DFED-FBFA-4F9B913C5C70}"/>
                </a:ext>
              </a:extLst>
            </p:cNvPr>
            <p:cNvSpPr/>
            <p:nvPr/>
          </p:nvSpPr>
          <p:spPr>
            <a:xfrm>
              <a:off x="5113506" y="1475362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1E7C2054-8342-EEDF-D251-E19FBF0C1E6B}"/>
              </a:ext>
            </a:extLst>
          </p:cNvPr>
          <p:cNvSpPr/>
          <p:nvPr/>
        </p:nvSpPr>
        <p:spPr>
          <a:xfrm>
            <a:off x="5456118" y="2924259"/>
            <a:ext cx="156398" cy="19910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AF11EC-7A15-21FD-1B99-37FC0C43EDE3}"/>
              </a:ext>
            </a:extLst>
          </p:cNvPr>
          <p:cNvSpPr txBox="1"/>
          <p:nvPr/>
        </p:nvSpPr>
        <p:spPr>
          <a:xfrm>
            <a:off x="4824577" y="262787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d</a:t>
            </a:r>
            <a:r>
              <a:rPr lang="en-ES" sz="3200" dirty="0"/>
              <a:t>z'</a:t>
            </a:r>
            <a:endParaRPr lang="en-ES" sz="3200" baseline="-25000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BCDF7685-657D-B3F2-1554-4AF4E72D2770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560C2E30-ECF5-996E-02BB-5FB0103131E6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F73788-7C4F-FABF-CCFD-A7971642894D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0363E2-9756-6738-8E3D-C98B634D53E8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395E7-2D77-5B51-5D3D-9969E2D3FF4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36BEDD-0453-7CBC-1897-4C3A4A6C5F89}"/>
              </a:ext>
            </a:extLst>
          </p:cNvPr>
          <p:cNvSpPr txBox="1"/>
          <p:nvPr/>
        </p:nvSpPr>
        <p:spPr>
          <a:xfrm>
            <a:off x="6514620" y="403385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F23ACBE-C3A1-9961-4700-03C8253FEBD2}"/>
              </a:ext>
            </a:extLst>
          </p:cNvPr>
          <p:cNvSpPr/>
          <p:nvPr/>
        </p:nvSpPr>
        <p:spPr>
          <a:xfrm>
            <a:off x="5668569" y="3184873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658B18BB-A1ED-F2CC-471E-A0982774368E}"/>
              </a:ext>
            </a:extLst>
          </p:cNvPr>
          <p:cNvSpPr/>
          <p:nvPr/>
        </p:nvSpPr>
        <p:spPr>
          <a:xfrm>
            <a:off x="5659573" y="3456656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19414804-B944-E0EE-418E-3FD58A641200}"/>
              </a:ext>
            </a:extLst>
          </p:cNvPr>
          <p:cNvSpPr/>
          <p:nvPr/>
        </p:nvSpPr>
        <p:spPr>
          <a:xfrm>
            <a:off x="5650577" y="3728439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61B99346-6684-DEF0-28F7-BE55A7986532}"/>
              </a:ext>
            </a:extLst>
          </p:cNvPr>
          <p:cNvSpPr/>
          <p:nvPr/>
        </p:nvSpPr>
        <p:spPr>
          <a:xfrm>
            <a:off x="5641581" y="4000222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3DF80508-6DF3-2BD7-966E-6A31C990218A}"/>
              </a:ext>
            </a:extLst>
          </p:cNvPr>
          <p:cNvSpPr/>
          <p:nvPr/>
        </p:nvSpPr>
        <p:spPr>
          <a:xfrm>
            <a:off x="5632585" y="4272005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923227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E2E59-A6DB-EE29-9D58-E29B7E8DF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B4.S8.3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2BDAD11-0EE4-EE99-9168-55578FF90647}"/>
              </a:ext>
            </a:extLst>
          </p:cNvPr>
          <p:cNvSpPr/>
          <p:nvPr/>
        </p:nvSpPr>
        <p:spPr>
          <a:xfrm>
            <a:off x="1148871" y="3216438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42EB204-6569-D729-F683-DF505009692C}"/>
              </a:ext>
            </a:extLst>
          </p:cNvPr>
          <p:cNvCxnSpPr>
            <a:cxnSpLocks/>
          </p:cNvCxnSpPr>
          <p:nvPr/>
        </p:nvCxnSpPr>
        <p:spPr>
          <a:xfrm flipV="1">
            <a:off x="2635550" y="2801435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86A27E4-0C09-2835-0699-E821996EA218}"/>
              </a:ext>
            </a:extLst>
          </p:cNvPr>
          <p:cNvSpPr txBox="1"/>
          <p:nvPr/>
        </p:nvSpPr>
        <p:spPr>
          <a:xfrm>
            <a:off x="2671427" y="270666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63BA6F-03F4-9377-8912-38345294C63F}"/>
              </a:ext>
            </a:extLst>
          </p:cNvPr>
          <p:cNvSpPr txBox="1"/>
          <p:nvPr/>
        </p:nvSpPr>
        <p:spPr>
          <a:xfrm>
            <a:off x="2666350" y="261364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75E990AF-7323-5CAB-E3F4-B74C2A369111}"/>
              </a:ext>
            </a:extLst>
          </p:cNvPr>
          <p:cNvSpPr/>
          <p:nvPr/>
        </p:nvSpPr>
        <p:spPr>
          <a:xfrm>
            <a:off x="2375075" y="3210381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5C5D37-591C-445A-D951-2EE2B938BD61}"/>
              </a:ext>
            </a:extLst>
          </p:cNvPr>
          <p:cNvSpPr txBox="1"/>
          <p:nvPr/>
        </p:nvSpPr>
        <p:spPr>
          <a:xfrm>
            <a:off x="3336538" y="3315963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𝜎</a:t>
            </a:r>
            <a:endParaRPr lang="en-ES" dirty="0"/>
          </a:p>
        </p:txBody>
      </p:sp>
      <p:sp>
        <p:nvSpPr>
          <p:cNvPr id="16" name="Left Bracket 15">
            <a:extLst>
              <a:ext uri="{FF2B5EF4-FFF2-40B4-BE49-F238E27FC236}">
                <a16:creationId xmlns:a16="http://schemas.microsoft.com/office/drawing/2014/main" id="{0C2009B8-3077-2A8E-405A-1FA80AEC28E2}"/>
              </a:ext>
            </a:extLst>
          </p:cNvPr>
          <p:cNvSpPr/>
          <p:nvPr/>
        </p:nvSpPr>
        <p:spPr>
          <a:xfrm rot="16200000">
            <a:off x="3299733" y="3872218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20C461-30CE-E94C-92D0-E9E9F8DF48C2}"/>
              </a:ext>
            </a:extLst>
          </p:cNvPr>
          <p:cNvSpPr txBox="1"/>
          <p:nvPr/>
        </p:nvSpPr>
        <p:spPr>
          <a:xfrm>
            <a:off x="3191048" y="4575755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D9514D-DB85-181E-66F4-C56B9E8DCE3B}"/>
              </a:ext>
            </a:extLst>
          </p:cNvPr>
          <p:cNvSpPr/>
          <p:nvPr/>
        </p:nvSpPr>
        <p:spPr>
          <a:xfrm rot="18751130">
            <a:off x="3150818" y="3935940"/>
            <a:ext cx="277667" cy="356853"/>
          </a:xfrm>
          <a:custGeom>
            <a:avLst/>
            <a:gdLst>
              <a:gd name="csX0" fmla="*/ 0 w 848120"/>
              <a:gd name="csY0" fmla="*/ 0 h 622800"/>
              <a:gd name="csX1" fmla="*/ 848120 w 848120"/>
              <a:gd name="csY1" fmla="*/ 0 h 622800"/>
              <a:gd name="csX2" fmla="*/ 848120 w 848120"/>
              <a:gd name="csY2" fmla="*/ 622800 h 622800"/>
              <a:gd name="csX3" fmla="*/ 0 w 848120"/>
              <a:gd name="csY3" fmla="*/ 622800 h 622800"/>
              <a:gd name="csX4" fmla="*/ 0 w 848120"/>
              <a:gd name="csY4" fmla="*/ 0 h 622800"/>
              <a:gd name="csX0" fmla="*/ 0 w 848120"/>
              <a:gd name="csY0" fmla="*/ 80695 h 703495"/>
              <a:gd name="csX1" fmla="*/ 371952 w 848120"/>
              <a:gd name="csY1" fmla="*/ 0 h 703495"/>
              <a:gd name="csX2" fmla="*/ 848120 w 848120"/>
              <a:gd name="csY2" fmla="*/ 703495 h 703495"/>
              <a:gd name="csX3" fmla="*/ 0 w 848120"/>
              <a:gd name="csY3" fmla="*/ 703495 h 703495"/>
              <a:gd name="csX4" fmla="*/ 0 w 848120"/>
              <a:gd name="csY4" fmla="*/ 80695 h 703495"/>
              <a:gd name="csX0" fmla="*/ 0 w 848120"/>
              <a:gd name="csY0" fmla="*/ 80695 h 703495"/>
              <a:gd name="csX1" fmla="*/ 371952 w 848120"/>
              <a:gd name="csY1" fmla="*/ 0 h 703495"/>
              <a:gd name="csX2" fmla="*/ 848120 w 848120"/>
              <a:gd name="csY2" fmla="*/ 703495 h 703495"/>
              <a:gd name="csX3" fmla="*/ 0 w 848120"/>
              <a:gd name="csY3" fmla="*/ 703495 h 703495"/>
              <a:gd name="csX4" fmla="*/ 0 w 848120"/>
              <a:gd name="csY4" fmla="*/ 80695 h 703495"/>
              <a:gd name="csX0" fmla="*/ 0 w 848120"/>
              <a:gd name="csY0" fmla="*/ 80695 h 703495"/>
              <a:gd name="csX1" fmla="*/ 371952 w 848120"/>
              <a:gd name="csY1" fmla="*/ 0 h 703495"/>
              <a:gd name="csX2" fmla="*/ 848120 w 848120"/>
              <a:gd name="csY2" fmla="*/ 703495 h 703495"/>
              <a:gd name="csX3" fmla="*/ 0 w 848120"/>
              <a:gd name="csY3" fmla="*/ 703495 h 703495"/>
              <a:gd name="csX4" fmla="*/ 0 w 848120"/>
              <a:gd name="csY4" fmla="*/ 80695 h 703495"/>
              <a:gd name="csX0" fmla="*/ 0 w 551962"/>
              <a:gd name="csY0" fmla="*/ 80695 h 703495"/>
              <a:gd name="csX1" fmla="*/ 371952 w 551962"/>
              <a:gd name="csY1" fmla="*/ 0 h 703495"/>
              <a:gd name="csX2" fmla="*/ 551962 w 551962"/>
              <a:gd name="csY2" fmla="*/ 259594 h 703495"/>
              <a:gd name="csX3" fmla="*/ 0 w 551962"/>
              <a:gd name="csY3" fmla="*/ 703495 h 703495"/>
              <a:gd name="csX4" fmla="*/ 0 w 551962"/>
              <a:gd name="csY4" fmla="*/ 80695 h 703495"/>
              <a:gd name="csX0" fmla="*/ 4330 w 556292"/>
              <a:gd name="csY0" fmla="*/ 80695 h 365565"/>
              <a:gd name="csX1" fmla="*/ 376282 w 556292"/>
              <a:gd name="csY1" fmla="*/ 0 h 365565"/>
              <a:gd name="csX2" fmla="*/ 556292 w 556292"/>
              <a:gd name="csY2" fmla="*/ 259594 h 365565"/>
              <a:gd name="csX3" fmla="*/ 0 w 556292"/>
              <a:gd name="csY3" fmla="*/ 365565 h 365565"/>
              <a:gd name="csX4" fmla="*/ 4330 w 556292"/>
              <a:gd name="csY4" fmla="*/ 80695 h 365565"/>
              <a:gd name="csX0" fmla="*/ 4330 w 556292"/>
              <a:gd name="csY0" fmla="*/ 80695 h 368152"/>
              <a:gd name="csX1" fmla="*/ 376282 w 556292"/>
              <a:gd name="csY1" fmla="*/ 0 h 368152"/>
              <a:gd name="csX2" fmla="*/ 556292 w 556292"/>
              <a:gd name="csY2" fmla="*/ 259594 h 368152"/>
              <a:gd name="csX3" fmla="*/ 0 w 556292"/>
              <a:gd name="csY3" fmla="*/ 365565 h 368152"/>
              <a:gd name="csX4" fmla="*/ 4330 w 556292"/>
              <a:gd name="csY4" fmla="*/ 80695 h 368152"/>
              <a:gd name="csX0" fmla="*/ 4330 w 556292"/>
              <a:gd name="csY0" fmla="*/ 80695 h 370501"/>
              <a:gd name="csX1" fmla="*/ 376282 w 556292"/>
              <a:gd name="csY1" fmla="*/ 0 h 370501"/>
              <a:gd name="csX2" fmla="*/ 556292 w 556292"/>
              <a:gd name="csY2" fmla="*/ 259594 h 370501"/>
              <a:gd name="csX3" fmla="*/ 0 w 556292"/>
              <a:gd name="csY3" fmla="*/ 365565 h 370501"/>
              <a:gd name="csX4" fmla="*/ 4330 w 556292"/>
              <a:gd name="csY4" fmla="*/ 80695 h 370501"/>
              <a:gd name="csX0" fmla="*/ 4330 w 522951"/>
              <a:gd name="csY0" fmla="*/ 80695 h 368778"/>
              <a:gd name="csX1" fmla="*/ 376282 w 522951"/>
              <a:gd name="csY1" fmla="*/ 0 h 368778"/>
              <a:gd name="csX2" fmla="*/ 522951 w 522951"/>
              <a:gd name="csY2" fmla="*/ 228128 h 368778"/>
              <a:gd name="csX3" fmla="*/ 0 w 522951"/>
              <a:gd name="csY3" fmla="*/ 365565 h 368778"/>
              <a:gd name="csX4" fmla="*/ 4330 w 522951"/>
              <a:gd name="csY4" fmla="*/ 80695 h 368778"/>
              <a:gd name="csX0" fmla="*/ 4330 w 645747"/>
              <a:gd name="csY0" fmla="*/ 80695 h 411301"/>
              <a:gd name="csX1" fmla="*/ 376282 w 645747"/>
              <a:gd name="csY1" fmla="*/ 0 h 411301"/>
              <a:gd name="csX2" fmla="*/ 645748 w 645747"/>
              <a:gd name="csY2" fmla="*/ 367584 h 411301"/>
              <a:gd name="csX3" fmla="*/ 0 w 645747"/>
              <a:gd name="csY3" fmla="*/ 365565 h 411301"/>
              <a:gd name="csX4" fmla="*/ 4330 w 645747"/>
              <a:gd name="csY4" fmla="*/ 80695 h 411301"/>
              <a:gd name="csX0" fmla="*/ 4330 w 645747"/>
              <a:gd name="csY0" fmla="*/ 80695 h 381505"/>
              <a:gd name="csX1" fmla="*/ 376282 w 645747"/>
              <a:gd name="csY1" fmla="*/ 0 h 381505"/>
              <a:gd name="csX2" fmla="*/ 645748 w 645747"/>
              <a:gd name="csY2" fmla="*/ 367584 h 381505"/>
              <a:gd name="csX3" fmla="*/ 0 w 645747"/>
              <a:gd name="csY3" fmla="*/ 365565 h 381505"/>
              <a:gd name="csX4" fmla="*/ 4330 w 645747"/>
              <a:gd name="csY4" fmla="*/ 80695 h 381505"/>
              <a:gd name="csX0" fmla="*/ 4330 w 718715"/>
              <a:gd name="csY0" fmla="*/ 80695 h 520065"/>
              <a:gd name="csX1" fmla="*/ 376282 w 718715"/>
              <a:gd name="csY1" fmla="*/ 0 h 520065"/>
              <a:gd name="csX2" fmla="*/ 718715 w 718715"/>
              <a:gd name="csY2" fmla="*/ 518159 h 520065"/>
              <a:gd name="csX3" fmla="*/ 0 w 718715"/>
              <a:gd name="csY3" fmla="*/ 365565 h 520065"/>
              <a:gd name="csX4" fmla="*/ 4330 w 718715"/>
              <a:gd name="csY4" fmla="*/ 80695 h 520065"/>
              <a:gd name="csX0" fmla="*/ 4330 w 718715"/>
              <a:gd name="csY0" fmla="*/ 80695 h 518159"/>
              <a:gd name="csX1" fmla="*/ 376282 w 718715"/>
              <a:gd name="csY1" fmla="*/ 0 h 518159"/>
              <a:gd name="csX2" fmla="*/ 718715 w 718715"/>
              <a:gd name="csY2" fmla="*/ 518159 h 518159"/>
              <a:gd name="csX3" fmla="*/ 0 w 718715"/>
              <a:gd name="csY3" fmla="*/ 365565 h 518159"/>
              <a:gd name="csX4" fmla="*/ 4330 w 718715"/>
              <a:gd name="csY4" fmla="*/ 80695 h 518159"/>
              <a:gd name="csX0" fmla="*/ 4330 w 718715"/>
              <a:gd name="csY0" fmla="*/ 80695 h 518159"/>
              <a:gd name="csX1" fmla="*/ 376282 w 718715"/>
              <a:gd name="csY1" fmla="*/ 0 h 518159"/>
              <a:gd name="csX2" fmla="*/ 718715 w 718715"/>
              <a:gd name="csY2" fmla="*/ 518159 h 518159"/>
              <a:gd name="csX3" fmla="*/ 0 w 718715"/>
              <a:gd name="csY3" fmla="*/ 365565 h 518159"/>
              <a:gd name="csX4" fmla="*/ 4330 w 718715"/>
              <a:gd name="csY4" fmla="*/ 80695 h 518159"/>
              <a:gd name="csX0" fmla="*/ 12227 w 726612"/>
              <a:gd name="csY0" fmla="*/ 80695 h 518159"/>
              <a:gd name="csX1" fmla="*/ 384179 w 726612"/>
              <a:gd name="csY1" fmla="*/ 0 h 518159"/>
              <a:gd name="csX2" fmla="*/ 726612 w 726612"/>
              <a:gd name="csY2" fmla="*/ 518159 h 518159"/>
              <a:gd name="csX3" fmla="*/ 0 w 726612"/>
              <a:gd name="csY3" fmla="*/ 377755 h 518159"/>
              <a:gd name="csX4" fmla="*/ 12227 w 726612"/>
              <a:gd name="csY4" fmla="*/ 80695 h 518159"/>
              <a:gd name="csX0" fmla="*/ 12227 w 726612"/>
              <a:gd name="csY0" fmla="*/ 0 h 437464"/>
              <a:gd name="csX1" fmla="*/ 510029 w 726612"/>
              <a:gd name="csY1" fmla="*/ 112540 h 437464"/>
              <a:gd name="csX2" fmla="*/ 726612 w 726612"/>
              <a:gd name="csY2" fmla="*/ 437464 h 437464"/>
              <a:gd name="csX3" fmla="*/ 0 w 726612"/>
              <a:gd name="csY3" fmla="*/ 297060 h 437464"/>
              <a:gd name="csX4" fmla="*/ 12227 w 726612"/>
              <a:gd name="csY4" fmla="*/ 0 h 437464"/>
              <a:gd name="csX0" fmla="*/ 12227 w 726612"/>
              <a:gd name="csY0" fmla="*/ 0 h 437464"/>
              <a:gd name="csX1" fmla="*/ 510029 w 726612"/>
              <a:gd name="csY1" fmla="*/ 112540 h 437464"/>
              <a:gd name="csX2" fmla="*/ 726612 w 726612"/>
              <a:gd name="csY2" fmla="*/ 437464 h 437464"/>
              <a:gd name="csX3" fmla="*/ 0 w 726612"/>
              <a:gd name="csY3" fmla="*/ 297060 h 437464"/>
              <a:gd name="csX4" fmla="*/ 12227 w 726612"/>
              <a:gd name="csY4" fmla="*/ 0 h 437464"/>
              <a:gd name="csX0" fmla="*/ 12227 w 726612"/>
              <a:gd name="csY0" fmla="*/ 0 h 437464"/>
              <a:gd name="csX1" fmla="*/ 510029 w 726612"/>
              <a:gd name="csY1" fmla="*/ 112540 h 437464"/>
              <a:gd name="csX2" fmla="*/ 726612 w 726612"/>
              <a:gd name="csY2" fmla="*/ 437464 h 437464"/>
              <a:gd name="csX3" fmla="*/ 0 w 726612"/>
              <a:gd name="csY3" fmla="*/ 297060 h 437464"/>
              <a:gd name="csX4" fmla="*/ 12227 w 726612"/>
              <a:gd name="csY4" fmla="*/ 0 h 437464"/>
              <a:gd name="csX0" fmla="*/ 12227 w 761149"/>
              <a:gd name="csY0" fmla="*/ 0 h 499114"/>
              <a:gd name="csX1" fmla="*/ 510029 w 761149"/>
              <a:gd name="csY1" fmla="*/ 112540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  <a:gd name="csX0" fmla="*/ 12227 w 761149"/>
              <a:gd name="csY0" fmla="*/ 0 h 499114"/>
              <a:gd name="csX1" fmla="*/ 510029 w 761149"/>
              <a:gd name="csY1" fmla="*/ 112540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  <a:gd name="csX0" fmla="*/ 12227 w 761149"/>
              <a:gd name="csY0" fmla="*/ 0 h 499114"/>
              <a:gd name="csX1" fmla="*/ 561142 w 761149"/>
              <a:gd name="csY1" fmla="*/ 166439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  <a:gd name="csX0" fmla="*/ 12227 w 761149"/>
              <a:gd name="csY0" fmla="*/ 0 h 499114"/>
              <a:gd name="csX1" fmla="*/ 561142 w 761149"/>
              <a:gd name="csY1" fmla="*/ 166439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  <a:gd name="csX0" fmla="*/ 12227 w 761149"/>
              <a:gd name="csY0" fmla="*/ 0 h 499114"/>
              <a:gd name="csX1" fmla="*/ 498993 w 761149"/>
              <a:gd name="csY1" fmla="*/ 148828 h 499114"/>
              <a:gd name="csX2" fmla="*/ 761150 w 761149"/>
              <a:gd name="csY2" fmla="*/ 499114 h 499114"/>
              <a:gd name="csX3" fmla="*/ 0 w 761149"/>
              <a:gd name="csY3" fmla="*/ 297060 h 499114"/>
              <a:gd name="csX4" fmla="*/ 12227 w 761149"/>
              <a:gd name="csY4" fmla="*/ 0 h 4991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1149" h="499114">
                <a:moveTo>
                  <a:pt x="12227" y="0"/>
                </a:moveTo>
                <a:cubicBezTo>
                  <a:pt x="150013" y="57950"/>
                  <a:pt x="293043" y="119704"/>
                  <a:pt x="498993" y="148828"/>
                </a:cubicBezTo>
                <a:lnTo>
                  <a:pt x="761150" y="499114"/>
                </a:lnTo>
                <a:cubicBezTo>
                  <a:pt x="402523" y="432439"/>
                  <a:pt x="253144" y="379401"/>
                  <a:pt x="0" y="297060"/>
                </a:cubicBezTo>
                <a:cubicBezTo>
                  <a:pt x="1443" y="202103"/>
                  <a:pt x="10784" y="94957"/>
                  <a:pt x="12227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C63AB60-962F-B2C5-7357-EEC09FD72807}"/>
              </a:ext>
            </a:extLst>
          </p:cNvPr>
          <p:cNvCxnSpPr>
            <a:cxnSpLocks/>
          </p:cNvCxnSpPr>
          <p:nvPr/>
        </p:nvCxnSpPr>
        <p:spPr>
          <a:xfrm flipH="1">
            <a:off x="3424874" y="3169053"/>
            <a:ext cx="907972" cy="89587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E451E2D-176C-7E77-4903-31B2E58FBBEF}"/>
              </a:ext>
            </a:extLst>
          </p:cNvPr>
          <p:cNvSpPr txBox="1"/>
          <p:nvPr/>
        </p:nvSpPr>
        <p:spPr>
          <a:xfrm>
            <a:off x="4227922" y="2683880"/>
            <a:ext cx="8576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dS'</a:t>
            </a:r>
            <a:endParaRPr lang="en-E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232C0C0-4049-B3FC-AEA2-A995B073A877}"/>
              </a:ext>
            </a:extLst>
          </p:cNvPr>
          <p:cNvSpPr/>
          <p:nvPr/>
        </p:nvSpPr>
        <p:spPr>
          <a:xfrm>
            <a:off x="6088463" y="3211724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18D642B-11C2-0609-A05D-106DB928CC56}"/>
              </a:ext>
            </a:extLst>
          </p:cNvPr>
          <p:cNvCxnSpPr>
            <a:cxnSpLocks/>
          </p:cNvCxnSpPr>
          <p:nvPr/>
        </p:nvCxnSpPr>
        <p:spPr>
          <a:xfrm flipV="1">
            <a:off x="7582679" y="2853652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32F4B9F-087D-F530-FDA7-C92F9BEEDD45}"/>
              </a:ext>
            </a:extLst>
          </p:cNvPr>
          <p:cNvSpPr txBox="1"/>
          <p:nvPr/>
        </p:nvSpPr>
        <p:spPr>
          <a:xfrm>
            <a:off x="7618556" y="2758882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3F3C89D-4F87-94F6-39CC-0AD128900D0E}"/>
              </a:ext>
            </a:extLst>
          </p:cNvPr>
          <p:cNvSpPr txBox="1"/>
          <p:nvPr/>
        </p:nvSpPr>
        <p:spPr>
          <a:xfrm>
            <a:off x="7613479" y="2665863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7B92D976-4611-3702-B44D-9AC054F6E586}"/>
              </a:ext>
            </a:extLst>
          </p:cNvPr>
          <p:cNvSpPr/>
          <p:nvPr/>
        </p:nvSpPr>
        <p:spPr>
          <a:xfrm>
            <a:off x="7322204" y="3262598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14B7F6-5B05-415D-C7AD-66A57C1CFF95}"/>
              </a:ext>
            </a:extLst>
          </p:cNvPr>
          <p:cNvSpPr txBox="1"/>
          <p:nvPr/>
        </p:nvSpPr>
        <p:spPr>
          <a:xfrm>
            <a:off x="6497055" y="3127260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𝜎</a:t>
            </a:r>
            <a:endParaRPr lang="en-ES" dirty="0"/>
          </a:p>
        </p:txBody>
      </p:sp>
      <p:sp>
        <p:nvSpPr>
          <p:cNvPr id="32" name="Left Bracket 31">
            <a:extLst>
              <a:ext uri="{FF2B5EF4-FFF2-40B4-BE49-F238E27FC236}">
                <a16:creationId xmlns:a16="http://schemas.microsoft.com/office/drawing/2014/main" id="{9A6D6E68-B502-EC2B-B4F3-95F6FCA819C1}"/>
              </a:ext>
            </a:extLst>
          </p:cNvPr>
          <p:cNvSpPr/>
          <p:nvPr/>
        </p:nvSpPr>
        <p:spPr>
          <a:xfrm rot="16200000">
            <a:off x="8246862" y="4195898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4BE750-2E62-0DE9-DE96-33E3B6643B02}"/>
              </a:ext>
            </a:extLst>
          </p:cNvPr>
          <p:cNvSpPr txBox="1"/>
          <p:nvPr/>
        </p:nvSpPr>
        <p:spPr>
          <a:xfrm>
            <a:off x="8138177" y="4899435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AFE6B1F-342A-30A9-863C-0E297B4E6F5F}"/>
              </a:ext>
            </a:extLst>
          </p:cNvPr>
          <p:cNvSpPr txBox="1"/>
          <p:nvPr/>
        </p:nvSpPr>
        <p:spPr>
          <a:xfrm>
            <a:off x="8519554" y="2868024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𝜎</a:t>
            </a:r>
            <a:endParaRPr lang="en-ES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94BB96D-CCC3-1C2A-EA23-C6C892B9BFB2}"/>
              </a:ext>
            </a:extLst>
          </p:cNvPr>
          <p:cNvCxnSpPr>
            <a:cxnSpLocks/>
          </p:cNvCxnSpPr>
          <p:nvPr/>
        </p:nvCxnSpPr>
        <p:spPr>
          <a:xfrm flipH="1">
            <a:off x="8512735" y="2721114"/>
            <a:ext cx="1003127" cy="8872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69A2183-F82C-EE6E-BCBD-20DB72B9FDBF}"/>
              </a:ext>
            </a:extLst>
          </p:cNvPr>
          <p:cNvSpPr txBox="1"/>
          <p:nvPr/>
        </p:nvSpPr>
        <p:spPr>
          <a:xfrm>
            <a:off x="9410938" y="2235941"/>
            <a:ext cx="8576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dm</a:t>
            </a:r>
            <a:endParaRPr lang="en-E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63F67A7-16F2-258A-F3BC-4367E193B0CD}"/>
              </a:ext>
            </a:extLst>
          </p:cNvPr>
          <p:cNvGrpSpPr/>
          <p:nvPr/>
        </p:nvGrpSpPr>
        <p:grpSpPr>
          <a:xfrm>
            <a:off x="6575974" y="3472783"/>
            <a:ext cx="2016324" cy="713166"/>
            <a:chOff x="4227922" y="771525"/>
            <a:chExt cx="1487078" cy="614363"/>
          </a:xfrm>
          <a:noFill/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2CEA57C-3AF5-5DEA-878D-EB9BA0A4D2EB}"/>
                </a:ext>
              </a:extLst>
            </p:cNvPr>
            <p:cNvSpPr/>
            <p:nvPr/>
          </p:nvSpPr>
          <p:spPr>
            <a:xfrm>
              <a:off x="4227922" y="771525"/>
              <a:ext cx="1487078" cy="614363"/>
            </a:xfrm>
            <a:prstGeom prst="ellipse">
              <a:avLst/>
            </a:prstGeom>
            <a:grp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80173FB-9626-D66E-C116-20D2B3442D19}"/>
                </a:ext>
              </a:extLst>
            </p:cNvPr>
            <p:cNvSpPr/>
            <p:nvPr/>
          </p:nvSpPr>
          <p:spPr>
            <a:xfrm>
              <a:off x="4380322" y="838197"/>
              <a:ext cx="1191803" cy="476254"/>
            </a:xfrm>
            <a:prstGeom prst="ellipse">
              <a:avLst/>
            </a:prstGeom>
            <a:grp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47" name="Left Bracket 46">
            <a:extLst>
              <a:ext uri="{FF2B5EF4-FFF2-40B4-BE49-F238E27FC236}">
                <a16:creationId xmlns:a16="http://schemas.microsoft.com/office/drawing/2014/main" id="{3EBCDCD3-C583-1961-A9E8-B8C9A3355C6F}"/>
              </a:ext>
            </a:extLst>
          </p:cNvPr>
          <p:cNvSpPr/>
          <p:nvPr/>
        </p:nvSpPr>
        <p:spPr>
          <a:xfrm rot="16200000">
            <a:off x="8418190" y="4179919"/>
            <a:ext cx="141349" cy="20686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D925861-5C86-09D3-4527-00966ED3026F}"/>
              </a:ext>
            </a:extLst>
          </p:cNvPr>
          <p:cNvSpPr txBox="1"/>
          <p:nvPr/>
        </p:nvSpPr>
        <p:spPr>
          <a:xfrm>
            <a:off x="8201048" y="4242310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ds'</a:t>
            </a:r>
          </a:p>
        </p:txBody>
      </p:sp>
    </p:spTree>
    <p:extLst>
      <p:ext uri="{BB962C8B-B14F-4D97-AF65-F5344CB8AC3E}">
        <p14:creationId xmlns:p14="http://schemas.microsoft.com/office/powerpoint/2010/main" val="2329608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1BC036B-5779-FD0F-EB28-5187FF2A6E53}"/>
              </a:ext>
            </a:extLst>
          </p:cNvPr>
          <p:cNvCxnSpPr>
            <a:cxnSpLocks/>
          </p:cNvCxnSpPr>
          <p:nvPr/>
        </p:nvCxnSpPr>
        <p:spPr>
          <a:xfrm flipV="1">
            <a:off x="2897579" y="1660237"/>
            <a:ext cx="0" cy="452417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2A5779-6A32-D7D9-4CAE-8D4C7F46D707}"/>
              </a:ext>
            </a:extLst>
          </p:cNvPr>
          <p:cNvCxnSpPr>
            <a:cxnSpLocks/>
          </p:cNvCxnSpPr>
          <p:nvPr/>
        </p:nvCxnSpPr>
        <p:spPr>
          <a:xfrm flipV="1">
            <a:off x="2892433" y="4761381"/>
            <a:ext cx="3548743" cy="434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1E5789-9E32-3081-4F10-9CFED595C406}"/>
              </a:ext>
            </a:extLst>
          </p:cNvPr>
          <p:cNvCxnSpPr>
            <a:cxnSpLocks/>
          </p:cNvCxnSpPr>
          <p:nvPr/>
        </p:nvCxnSpPr>
        <p:spPr>
          <a:xfrm flipV="1">
            <a:off x="2897579" y="2902261"/>
            <a:ext cx="0" cy="246564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BF09692-9D41-FAF2-3F7C-23259D3DA324}"/>
              </a:ext>
            </a:extLst>
          </p:cNvPr>
          <p:cNvSpPr txBox="1"/>
          <p:nvPr/>
        </p:nvSpPr>
        <p:spPr>
          <a:xfrm>
            <a:off x="4979905" y="3215175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92F87FE6-C31A-3AB5-78DF-F95B84EECA63}"/>
              </a:ext>
            </a:extLst>
          </p:cNvPr>
          <p:cNvSpPr/>
          <p:nvPr/>
        </p:nvSpPr>
        <p:spPr>
          <a:xfrm>
            <a:off x="1865086" y="3924117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4DD179-1289-BED5-1841-4871797C1BBE}"/>
              </a:ext>
            </a:extLst>
          </p:cNvPr>
          <p:cNvSpPr/>
          <p:nvPr/>
        </p:nvSpPr>
        <p:spPr>
          <a:xfrm>
            <a:off x="3490686" y="3259099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8A4E2D-99C5-AD21-E5FB-E0E931C92CBE}"/>
              </a:ext>
            </a:extLst>
          </p:cNvPr>
          <p:cNvCxnSpPr>
            <a:cxnSpLocks/>
          </p:cNvCxnSpPr>
          <p:nvPr/>
        </p:nvCxnSpPr>
        <p:spPr>
          <a:xfrm flipV="1">
            <a:off x="4936837" y="3561920"/>
            <a:ext cx="0" cy="17615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E7E2C71-0DCF-D608-5DDB-F9F2D07622A0}"/>
              </a:ext>
            </a:extLst>
          </p:cNvPr>
          <p:cNvSpPr txBox="1"/>
          <p:nvPr/>
        </p:nvSpPr>
        <p:spPr>
          <a:xfrm>
            <a:off x="2554901" y="259805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D83328DE-980D-EE5A-6669-99D3AA00BF94}"/>
              </a:ext>
            </a:extLst>
          </p:cNvPr>
          <p:cNvSpPr/>
          <p:nvPr/>
        </p:nvSpPr>
        <p:spPr>
          <a:xfrm rot="16200000">
            <a:off x="4123030" y="4306438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1924D9-DD25-2730-B281-5131E6508692}"/>
              </a:ext>
            </a:extLst>
          </p:cNvPr>
          <p:cNvSpPr txBox="1"/>
          <p:nvPr/>
        </p:nvSpPr>
        <p:spPr>
          <a:xfrm>
            <a:off x="4045148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5610CE0-DC35-1264-9A2C-BD98D005561D}"/>
              </a:ext>
            </a:extLst>
          </p:cNvPr>
          <p:cNvSpPr/>
          <p:nvPr/>
        </p:nvSpPr>
        <p:spPr>
          <a:xfrm rot="10800000">
            <a:off x="5349487" y="3259098"/>
            <a:ext cx="199382" cy="148056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1F4A36-B4F9-3BE3-491B-C2EDD728A233}"/>
              </a:ext>
            </a:extLst>
          </p:cNvPr>
          <p:cNvSpPr txBox="1"/>
          <p:nvPr/>
        </p:nvSpPr>
        <p:spPr>
          <a:xfrm>
            <a:off x="5561891" y="3837545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326461D-0D4D-4D24-6E8F-1AD8FB2DEBC5}"/>
              </a:ext>
            </a:extLst>
          </p:cNvPr>
          <p:cNvSpPr/>
          <p:nvPr/>
        </p:nvSpPr>
        <p:spPr>
          <a:xfrm rot="16200000">
            <a:off x="3097081" y="4746431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4BBFB4-73EF-5F65-559C-8A88B5164131}"/>
              </a:ext>
            </a:extLst>
          </p:cNvPr>
          <p:cNvSpPr txBox="1"/>
          <p:nvPr/>
        </p:nvSpPr>
        <p:spPr>
          <a:xfrm>
            <a:off x="3000120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27BD20-982D-C4F4-72F8-BC0B0E78C66F}"/>
              </a:ext>
            </a:extLst>
          </p:cNvPr>
          <p:cNvSpPr txBox="1"/>
          <p:nvPr/>
        </p:nvSpPr>
        <p:spPr>
          <a:xfrm>
            <a:off x="1669942" y="4330656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F1200F-1468-3405-07A5-0411B99982E9}"/>
              </a:ext>
            </a:extLst>
          </p:cNvPr>
          <p:cNvSpPr txBox="1"/>
          <p:nvPr/>
        </p:nvSpPr>
        <p:spPr>
          <a:xfrm>
            <a:off x="1708705" y="4199537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811CE-247A-8AE3-B644-94E5DDDA39A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</a:t>
            </a:r>
            <a:r>
              <a:rPr lang="en-ES"/>
              <a:t>.S8.6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61B435-3195-148D-9221-EBB52E46798D}"/>
              </a:ext>
            </a:extLst>
          </p:cNvPr>
          <p:cNvSpPr txBox="1"/>
          <p:nvPr/>
        </p:nvSpPr>
        <p:spPr>
          <a:xfrm>
            <a:off x="3995025" y="28458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BDA9E8-95B1-7B6D-E2DE-F1FC66C3D723}"/>
              </a:ext>
            </a:extLst>
          </p:cNvPr>
          <p:cNvSpPr txBox="1"/>
          <p:nvPr/>
        </p:nvSpPr>
        <p:spPr>
          <a:xfrm>
            <a:off x="4045148" y="437033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E64B98-1B62-588C-C487-0125E1159664}"/>
              </a:ext>
            </a:extLst>
          </p:cNvPr>
          <p:cNvSpPr txBox="1"/>
          <p:nvPr/>
        </p:nvSpPr>
        <p:spPr>
          <a:xfrm>
            <a:off x="3115994" y="356823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04281B-297A-DD68-E527-ADBC5024791D}"/>
              </a:ext>
            </a:extLst>
          </p:cNvPr>
          <p:cNvSpPr txBox="1"/>
          <p:nvPr/>
        </p:nvSpPr>
        <p:spPr>
          <a:xfrm>
            <a:off x="4931425" y="388836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(5)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C48C407-107E-E2DA-FCE2-8D17D91DCDD1}"/>
              </a:ext>
            </a:extLst>
          </p:cNvPr>
          <p:cNvCxnSpPr>
            <a:cxnSpLocks/>
            <a:stCxn id="7" idx="0"/>
          </p:cNvCxnSpPr>
          <p:nvPr/>
        </p:nvCxnSpPr>
        <p:spPr>
          <a:xfrm flipH="1">
            <a:off x="3959535" y="3259099"/>
            <a:ext cx="25686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66CD386-DC1E-4B49-FFE0-1AB85EE8C59A}"/>
              </a:ext>
            </a:extLst>
          </p:cNvPr>
          <p:cNvCxnSpPr>
            <a:cxnSpLocks/>
          </p:cNvCxnSpPr>
          <p:nvPr/>
        </p:nvCxnSpPr>
        <p:spPr>
          <a:xfrm>
            <a:off x="3493573" y="3947368"/>
            <a:ext cx="0" cy="18256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54EDCB8-38E6-0BCD-07C6-782FEE5AE076}"/>
              </a:ext>
            </a:extLst>
          </p:cNvPr>
          <p:cNvCxnSpPr>
            <a:cxnSpLocks/>
          </p:cNvCxnSpPr>
          <p:nvPr/>
        </p:nvCxnSpPr>
        <p:spPr>
          <a:xfrm>
            <a:off x="4002314" y="4775842"/>
            <a:ext cx="1713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DBF6A0E-1445-0EA4-334B-17F276849B39}"/>
              </a:ext>
            </a:extLst>
          </p:cNvPr>
          <p:cNvSpPr txBox="1"/>
          <p:nvPr/>
        </p:nvSpPr>
        <p:spPr>
          <a:xfrm>
            <a:off x="2360046" y="169068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359FCB-ABBA-F8AF-40C5-895ADA3E30D7}"/>
              </a:ext>
            </a:extLst>
          </p:cNvPr>
          <p:cNvSpPr txBox="1"/>
          <p:nvPr/>
        </p:nvSpPr>
        <p:spPr>
          <a:xfrm>
            <a:off x="5860634" y="467151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ρ</a:t>
            </a:r>
          </a:p>
        </p:txBody>
      </p:sp>
    </p:spTree>
    <p:extLst>
      <p:ext uri="{BB962C8B-B14F-4D97-AF65-F5344CB8AC3E}">
        <p14:creationId xmlns:p14="http://schemas.microsoft.com/office/powerpoint/2010/main" val="1802057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76789-CA4C-F6DD-14CB-72BF4BFC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F0CC18AF-1A9F-1524-5D65-07BFFEBCD2B2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D801655-71E3-EB13-8B9A-0A6BF65FAD6B}"/>
              </a:ext>
            </a:extLst>
          </p:cNvPr>
          <p:cNvCxnSpPr>
            <a:cxnSpLocks/>
          </p:cNvCxnSpPr>
          <p:nvPr/>
        </p:nvCxnSpPr>
        <p:spPr>
          <a:xfrm flipV="1">
            <a:off x="6575916" y="1126297"/>
            <a:ext cx="21537" cy="282606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1066019-1308-E3C3-F3E0-C042816636D9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36942A-D967-5E87-56C1-302CB1DD35F3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EC009B2-31A7-9C4A-8204-A7D9B58373AD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7E4515-C8D9-A3A7-799C-C212E22E7D66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CB340B-4230-C0B7-9C2D-8555A15CB7F0}"/>
              </a:ext>
            </a:extLst>
          </p:cNvPr>
          <p:cNvSpPr txBox="1"/>
          <p:nvPr/>
        </p:nvSpPr>
        <p:spPr>
          <a:xfrm>
            <a:off x="6198229" y="1126297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77CCC573-88DA-C06A-8DCD-AB7F36F9E649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3BC28E0-720C-6A49-0BA1-808565AAE20A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21C5E06-1FC2-B4EB-EAA4-2DDB7DC3CD77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12913C-A217-AAE7-D9E0-AA9CDD89A477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59295F-D5AB-5EEB-DDC4-8F46F533829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60E98A2-E312-7FDA-9EBE-4602B9405FF1}"/>
              </a:ext>
            </a:extLst>
          </p:cNvPr>
          <p:cNvCxnSpPr>
            <a:cxnSpLocks/>
          </p:cNvCxnSpPr>
          <p:nvPr/>
        </p:nvCxnSpPr>
        <p:spPr>
          <a:xfrm flipV="1">
            <a:off x="5887247" y="505929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8C83B09F-EE41-9C22-9C33-3B6AEBFE4889}"/>
              </a:ext>
            </a:extLst>
          </p:cNvPr>
          <p:cNvGrpSpPr/>
          <p:nvPr/>
        </p:nvGrpSpPr>
        <p:grpSpPr>
          <a:xfrm>
            <a:off x="7112747" y="1379333"/>
            <a:ext cx="550151" cy="813458"/>
            <a:chOff x="6778520" y="1908879"/>
            <a:chExt cx="550151" cy="81345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9FC61E7-0D59-E2A0-6CB7-F07AB9B51129}"/>
                </a:ext>
              </a:extLst>
            </p:cNvPr>
            <p:cNvSpPr txBox="1"/>
            <p:nvPr/>
          </p:nvSpPr>
          <p:spPr>
            <a:xfrm>
              <a:off x="6778520" y="2076006"/>
              <a:ext cx="55015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55D05B1-F375-43D3-17AB-03559F89A45B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F6E1AC5-F9B0-D51A-E9E0-B2E984835C93}"/>
              </a:ext>
            </a:extLst>
          </p:cNvPr>
          <p:cNvCxnSpPr>
            <a:cxnSpLocks/>
          </p:cNvCxnSpPr>
          <p:nvPr/>
        </p:nvCxnSpPr>
        <p:spPr>
          <a:xfrm flipV="1">
            <a:off x="6259565" y="513549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635C467-3317-323A-ACF5-EB7E37B5FB50}"/>
              </a:ext>
            </a:extLst>
          </p:cNvPr>
          <p:cNvCxnSpPr>
            <a:cxnSpLocks/>
          </p:cNvCxnSpPr>
          <p:nvPr/>
        </p:nvCxnSpPr>
        <p:spPr>
          <a:xfrm flipV="1">
            <a:off x="6981780" y="513549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F1376C-FCCB-1EBB-C99A-DABDA188351F}"/>
              </a:ext>
            </a:extLst>
          </p:cNvPr>
          <p:cNvCxnSpPr>
            <a:cxnSpLocks/>
          </p:cNvCxnSpPr>
          <p:nvPr/>
        </p:nvCxnSpPr>
        <p:spPr>
          <a:xfrm flipV="1">
            <a:off x="7305145" y="5077839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A98224-D78A-E21B-1126-976F3FED6FAF}"/>
              </a:ext>
            </a:extLst>
          </p:cNvPr>
          <p:cNvCxnSpPr>
            <a:cxnSpLocks/>
          </p:cNvCxnSpPr>
          <p:nvPr/>
        </p:nvCxnSpPr>
        <p:spPr>
          <a:xfrm flipV="1">
            <a:off x="6618606" y="515864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5233FA6-2A60-8488-BC67-01518C2C1073}"/>
              </a:ext>
            </a:extLst>
          </p:cNvPr>
          <p:cNvCxnSpPr>
            <a:cxnSpLocks/>
          </p:cNvCxnSpPr>
          <p:nvPr/>
        </p:nvCxnSpPr>
        <p:spPr>
          <a:xfrm flipV="1">
            <a:off x="5889172" y="4540365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09D3C4F-DDAE-1F3B-6096-3AE37C5FB91F}"/>
              </a:ext>
            </a:extLst>
          </p:cNvPr>
          <p:cNvCxnSpPr>
            <a:cxnSpLocks/>
          </p:cNvCxnSpPr>
          <p:nvPr/>
        </p:nvCxnSpPr>
        <p:spPr>
          <a:xfrm flipV="1">
            <a:off x="6261490" y="461656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B1FEE46-AE21-D210-8365-416ABE9E6877}"/>
              </a:ext>
            </a:extLst>
          </p:cNvPr>
          <p:cNvCxnSpPr>
            <a:cxnSpLocks/>
          </p:cNvCxnSpPr>
          <p:nvPr/>
        </p:nvCxnSpPr>
        <p:spPr>
          <a:xfrm flipV="1">
            <a:off x="6983705" y="461656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9F916FC-AAE9-5A0C-D71B-65B83C9A3D04}"/>
              </a:ext>
            </a:extLst>
          </p:cNvPr>
          <p:cNvCxnSpPr>
            <a:cxnSpLocks/>
          </p:cNvCxnSpPr>
          <p:nvPr/>
        </p:nvCxnSpPr>
        <p:spPr>
          <a:xfrm flipV="1">
            <a:off x="7307070" y="4558906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C011445-555B-825E-37AD-FC9B488888E9}"/>
              </a:ext>
            </a:extLst>
          </p:cNvPr>
          <p:cNvCxnSpPr>
            <a:cxnSpLocks/>
          </p:cNvCxnSpPr>
          <p:nvPr/>
        </p:nvCxnSpPr>
        <p:spPr>
          <a:xfrm flipV="1">
            <a:off x="6620531" y="463971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FFEAB4B-CA98-13F6-AE3F-4C167D0E1B51}"/>
              </a:ext>
            </a:extLst>
          </p:cNvPr>
          <p:cNvCxnSpPr>
            <a:cxnSpLocks/>
          </p:cNvCxnSpPr>
          <p:nvPr/>
        </p:nvCxnSpPr>
        <p:spPr>
          <a:xfrm flipV="1">
            <a:off x="5891097" y="4021432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D2EDCA5-80B3-68BD-020F-C9EC1108B621}"/>
              </a:ext>
            </a:extLst>
          </p:cNvPr>
          <p:cNvCxnSpPr>
            <a:cxnSpLocks/>
          </p:cNvCxnSpPr>
          <p:nvPr/>
        </p:nvCxnSpPr>
        <p:spPr>
          <a:xfrm flipV="1">
            <a:off x="6263415" y="409762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15AA440-EC4F-E2EC-AA86-CD859C4A8C3E}"/>
              </a:ext>
            </a:extLst>
          </p:cNvPr>
          <p:cNvCxnSpPr>
            <a:cxnSpLocks/>
          </p:cNvCxnSpPr>
          <p:nvPr/>
        </p:nvCxnSpPr>
        <p:spPr>
          <a:xfrm flipV="1">
            <a:off x="6985630" y="409762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62A68DD-DDCA-860B-2D67-1F8B2CFC5F1E}"/>
              </a:ext>
            </a:extLst>
          </p:cNvPr>
          <p:cNvCxnSpPr>
            <a:cxnSpLocks/>
          </p:cNvCxnSpPr>
          <p:nvPr/>
        </p:nvCxnSpPr>
        <p:spPr>
          <a:xfrm flipV="1">
            <a:off x="7308995" y="403997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4D241BF-80D9-D782-F94F-11CFE68D14F8}"/>
              </a:ext>
            </a:extLst>
          </p:cNvPr>
          <p:cNvCxnSpPr>
            <a:cxnSpLocks/>
          </p:cNvCxnSpPr>
          <p:nvPr/>
        </p:nvCxnSpPr>
        <p:spPr>
          <a:xfrm flipV="1">
            <a:off x="6622456" y="412077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F33DA96-4D89-8877-E229-2A5EC74CFBFC}"/>
              </a:ext>
            </a:extLst>
          </p:cNvPr>
          <p:cNvCxnSpPr>
            <a:cxnSpLocks/>
          </p:cNvCxnSpPr>
          <p:nvPr/>
        </p:nvCxnSpPr>
        <p:spPr>
          <a:xfrm flipV="1">
            <a:off x="5893022" y="3502499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7456622-1D35-0B77-CB72-2FA2051D2CAB}"/>
              </a:ext>
            </a:extLst>
          </p:cNvPr>
          <p:cNvCxnSpPr>
            <a:cxnSpLocks/>
          </p:cNvCxnSpPr>
          <p:nvPr/>
        </p:nvCxnSpPr>
        <p:spPr>
          <a:xfrm flipV="1">
            <a:off x="6265340" y="357869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0C67253-A51E-94F1-1237-B00D36A4C28A}"/>
              </a:ext>
            </a:extLst>
          </p:cNvPr>
          <p:cNvCxnSpPr>
            <a:cxnSpLocks/>
          </p:cNvCxnSpPr>
          <p:nvPr/>
        </p:nvCxnSpPr>
        <p:spPr>
          <a:xfrm flipV="1">
            <a:off x="6987555" y="357869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3A670FA-FD6A-F3EC-CF8E-9E2635CDA352}"/>
              </a:ext>
            </a:extLst>
          </p:cNvPr>
          <p:cNvCxnSpPr>
            <a:cxnSpLocks/>
          </p:cNvCxnSpPr>
          <p:nvPr/>
        </p:nvCxnSpPr>
        <p:spPr>
          <a:xfrm flipV="1">
            <a:off x="7310920" y="352104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BCDD035-3C89-7CF1-9CDD-85B64BB0FF7B}"/>
              </a:ext>
            </a:extLst>
          </p:cNvPr>
          <p:cNvCxnSpPr>
            <a:cxnSpLocks/>
          </p:cNvCxnSpPr>
          <p:nvPr/>
        </p:nvCxnSpPr>
        <p:spPr>
          <a:xfrm flipV="1">
            <a:off x="6624381" y="360184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5FD12D-3473-1719-086B-B7BDD7FB72B7}"/>
              </a:ext>
            </a:extLst>
          </p:cNvPr>
          <p:cNvCxnSpPr>
            <a:cxnSpLocks/>
          </p:cNvCxnSpPr>
          <p:nvPr/>
        </p:nvCxnSpPr>
        <p:spPr>
          <a:xfrm flipV="1">
            <a:off x="5894947" y="2983566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9A2D92F-AD01-AB3A-BD0D-AA126650E04D}"/>
              </a:ext>
            </a:extLst>
          </p:cNvPr>
          <p:cNvCxnSpPr>
            <a:cxnSpLocks/>
          </p:cNvCxnSpPr>
          <p:nvPr/>
        </p:nvCxnSpPr>
        <p:spPr>
          <a:xfrm flipV="1">
            <a:off x="6267265" y="305976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46EF23F-20A6-9DDF-E5E7-325D26B8361D}"/>
              </a:ext>
            </a:extLst>
          </p:cNvPr>
          <p:cNvCxnSpPr>
            <a:cxnSpLocks/>
          </p:cNvCxnSpPr>
          <p:nvPr/>
        </p:nvCxnSpPr>
        <p:spPr>
          <a:xfrm flipV="1">
            <a:off x="6989480" y="305976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677F0DF-8231-6B4F-42BB-8F766A11F7A7}"/>
              </a:ext>
            </a:extLst>
          </p:cNvPr>
          <p:cNvCxnSpPr>
            <a:cxnSpLocks/>
          </p:cNvCxnSpPr>
          <p:nvPr/>
        </p:nvCxnSpPr>
        <p:spPr>
          <a:xfrm flipV="1">
            <a:off x="7312845" y="300210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70D7A1F-93B6-9CB2-E898-721A490AB334}"/>
              </a:ext>
            </a:extLst>
          </p:cNvPr>
          <p:cNvCxnSpPr>
            <a:cxnSpLocks/>
          </p:cNvCxnSpPr>
          <p:nvPr/>
        </p:nvCxnSpPr>
        <p:spPr>
          <a:xfrm flipV="1">
            <a:off x="6626306" y="308291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19856A8-85C4-F45E-91BF-32CB4DF66A92}"/>
              </a:ext>
            </a:extLst>
          </p:cNvPr>
          <p:cNvCxnSpPr>
            <a:cxnSpLocks/>
          </p:cNvCxnSpPr>
          <p:nvPr/>
        </p:nvCxnSpPr>
        <p:spPr>
          <a:xfrm flipV="1">
            <a:off x="5896872" y="246463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4C1CE1F-74F0-5CF7-7533-20627996BD92}"/>
              </a:ext>
            </a:extLst>
          </p:cNvPr>
          <p:cNvCxnSpPr>
            <a:cxnSpLocks/>
          </p:cNvCxnSpPr>
          <p:nvPr/>
        </p:nvCxnSpPr>
        <p:spPr>
          <a:xfrm flipV="1">
            <a:off x="6269190" y="254082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43848689-9E5D-D5E9-706D-22CBA90E81DC}"/>
              </a:ext>
            </a:extLst>
          </p:cNvPr>
          <p:cNvCxnSpPr>
            <a:cxnSpLocks/>
          </p:cNvCxnSpPr>
          <p:nvPr/>
        </p:nvCxnSpPr>
        <p:spPr>
          <a:xfrm flipV="1">
            <a:off x="6991405" y="254082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CC0094D-66FB-3CC5-6CC3-51A4808F2E85}"/>
              </a:ext>
            </a:extLst>
          </p:cNvPr>
          <p:cNvCxnSpPr>
            <a:cxnSpLocks/>
          </p:cNvCxnSpPr>
          <p:nvPr/>
        </p:nvCxnSpPr>
        <p:spPr>
          <a:xfrm flipV="1">
            <a:off x="7314770" y="248317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40E73A4-2009-2AFF-3872-EB7713BFAA8A}"/>
              </a:ext>
            </a:extLst>
          </p:cNvPr>
          <p:cNvCxnSpPr>
            <a:cxnSpLocks/>
          </p:cNvCxnSpPr>
          <p:nvPr/>
        </p:nvCxnSpPr>
        <p:spPr>
          <a:xfrm flipV="1">
            <a:off x="6628231" y="256397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9B5F25B-EC0F-83BF-760E-16C50F7A3B9F}"/>
              </a:ext>
            </a:extLst>
          </p:cNvPr>
          <p:cNvSpPr txBox="1"/>
          <p:nvPr/>
        </p:nvSpPr>
        <p:spPr>
          <a:xfrm>
            <a:off x="5816815" y="562414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DE63BBF-CCB8-9EE0-CDC9-00206EAECEBA}"/>
              </a:ext>
            </a:extLst>
          </p:cNvPr>
          <p:cNvSpPr txBox="1"/>
          <p:nvPr/>
        </p:nvSpPr>
        <p:spPr>
          <a:xfrm>
            <a:off x="6722043" y="202676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5F7FD9C-1723-807A-E514-FC031735A892}"/>
              </a:ext>
            </a:extLst>
          </p:cNvPr>
          <p:cNvSpPr txBox="1"/>
          <p:nvPr/>
        </p:nvSpPr>
        <p:spPr>
          <a:xfrm>
            <a:off x="5216825" y="340594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8774249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209E4-BECF-3185-8DEB-1AE51D713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64A1BE15-133C-0D7D-6A07-B1F23B95EA02}"/>
              </a:ext>
            </a:extLst>
          </p:cNvPr>
          <p:cNvSpPr/>
          <p:nvPr/>
        </p:nvSpPr>
        <p:spPr>
          <a:xfrm>
            <a:off x="5594039" y="1998752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8E50CB-B3E4-3D28-CBAE-F2964F09E67A}"/>
              </a:ext>
            </a:extLst>
          </p:cNvPr>
          <p:cNvCxnSpPr>
            <a:cxnSpLocks/>
          </p:cNvCxnSpPr>
          <p:nvPr/>
        </p:nvCxnSpPr>
        <p:spPr>
          <a:xfrm flipV="1">
            <a:off x="6494621" y="743652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AEB0C32-5365-2123-045A-0298A1CBAABA}"/>
              </a:ext>
            </a:extLst>
          </p:cNvPr>
          <p:cNvCxnSpPr>
            <a:cxnSpLocks/>
          </p:cNvCxnSpPr>
          <p:nvPr/>
        </p:nvCxnSpPr>
        <p:spPr>
          <a:xfrm flipH="1">
            <a:off x="4898798" y="3921843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D65C65-2E74-B89F-920D-CBEBF42870D5}"/>
              </a:ext>
            </a:extLst>
          </p:cNvPr>
          <p:cNvCxnSpPr>
            <a:cxnSpLocks/>
          </p:cNvCxnSpPr>
          <p:nvPr/>
        </p:nvCxnSpPr>
        <p:spPr>
          <a:xfrm>
            <a:off x="6476239" y="3943616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9CB9162-2FEA-B49B-E3B5-3F22E907AA85}"/>
              </a:ext>
            </a:extLst>
          </p:cNvPr>
          <p:cNvSpPr txBox="1"/>
          <p:nvPr/>
        </p:nvSpPr>
        <p:spPr>
          <a:xfrm>
            <a:off x="4775455" y="4499332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AFB38E-E0F0-5294-6B7E-1A9B14CFA46C}"/>
              </a:ext>
            </a:extLst>
          </p:cNvPr>
          <p:cNvSpPr txBox="1"/>
          <p:nvPr/>
        </p:nvSpPr>
        <p:spPr>
          <a:xfrm>
            <a:off x="8209664" y="336997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CB90AE-F785-F26F-D97F-B3782AECE889}"/>
              </a:ext>
            </a:extLst>
          </p:cNvPr>
          <p:cNvSpPr txBox="1"/>
          <p:nvPr/>
        </p:nvSpPr>
        <p:spPr>
          <a:xfrm>
            <a:off x="6116934" y="368859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370D697-530E-B0C0-F8E0-BBB371E2312B}"/>
              </a:ext>
            </a:extLst>
          </p:cNvPr>
          <p:cNvSpPr/>
          <p:nvPr/>
        </p:nvSpPr>
        <p:spPr>
          <a:xfrm rot="16200000">
            <a:off x="6862706" y="5339746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D83EE0-2215-F40F-BBEB-05BA72377F66}"/>
              </a:ext>
            </a:extLst>
          </p:cNvPr>
          <p:cNvSpPr txBox="1"/>
          <p:nvPr/>
        </p:nvSpPr>
        <p:spPr>
          <a:xfrm>
            <a:off x="6754268" y="5743240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E417924-1175-AAF8-D5F8-584E10EE055E}"/>
              </a:ext>
            </a:extLst>
          </p:cNvPr>
          <p:cNvCxnSpPr>
            <a:cxnSpLocks/>
          </p:cNvCxnSpPr>
          <p:nvPr/>
        </p:nvCxnSpPr>
        <p:spPr>
          <a:xfrm>
            <a:off x="5593107" y="780026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7BF34BA-5196-BC22-73A3-DA82BD76A584}"/>
              </a:ext>
            </a:extLst>
          </p:cNvPr>
          <p:cNvCxnSpPr>
            <a:cxnSpLocks/>
          </p:cNvCxnSpPr>
          <p:nvPr/>
        </p:nvCxnSpPr>
        <p:spPr>
          <a:xfrm>
            <a:off x="7408844" y="784374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16CC259-3000-545F-81EF-4D1AF28F5862}"/>
              </a:ext>
            </a:extLst>
          </p:cNvPr>
          <p:cNvSpPr txBox="1"/>
          <p:nvPr/>
        </p:nvSpPr>
        <p:spPr>
          <a:xfrm>
            <a:off x="6865622" y="1739584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1531E2-F456-641F-3C43-283663B37908}"/>
              </a:ext>
            </a:extLst>
          </p:cNvPr>
          <p:cNvSpPr txBox="1"/>
          <p:nvPr/>
        </p:nvSpPr>
        <p:spPr>
          <a:xfrm>
            <a:off x="6797507" y="1584714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E6D46F3-9125-8ED1-94CF-A10EA6580741}"/>
              </a:ext>
            </a:extLst>
          </p:cNvPr>
          <p:cNvGrpSpPr/>
          <p:nvPr/>
        </p:nvGrpSpPr>
        <p:grpSpPr>
          <a:xfrm>
            <a:off x="5898876" y="2241500"/>
            <a:ext cx="1205346" cy="3046025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8F7BCE9-8FFB-E6C6-B477-9C040F5B2C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AEFF97A-3D47-C364-D874-15A2B232AA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D97E6A2-4C82-2CE8-5207-4AF860DABE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937B2F8-2B9C-6DB9-7018-926BC8CBBE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975A930-2B66-862A-D26B-A9BB79DB55E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B5.S9.2</a:t>
            </a:r>
          </a:p>
        </p:txBody>
      </p:sp>
    </p:spTree>
    <p:extLst>
      <p:ext uri="{BB962C8B-B14F-4D97-AF65-F5344CB8AC3E}">
        <p14:creationId xmlns:p14="http://schemas.microsoft.com/office/powerpoint/2010/main" val="37655316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B51EE-06FD-688D-C8AD-E39F12CE6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B6DD4B05-BEE1-5277-CA8B-C4718A51E1BC}"/>
              </a:ext>
            </a:extLst>
          </p:cNvPr>
          <p:cNvSpPr/>
          <p:nvPr/>
        </p:nvSpPr>
        <p:spPr>
          <a:xfrm>
            <a:off x="5941280" y="1825129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BD92BBA-EDB6-14E5-379A-20B457E96312}"/>
              </a:ext>
            </a:extLst>
          </p:cNvPr>
          <p:cNvCxnSpPr>
            <a:cxnSpLocks/>
          </p:cNvCxnSpPr>
          <p:nvPr/>
        </p:nvCxnSpPr>
        <p:spPr>
          <a:xfrm flipV="1">
            <a:off x="6841862" y="570029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5F46B0-D0E6-9333-D7E3-5B95DAB4E81B}"/>
              </a:ext>
            </a:extLst>
          </p:cNvPr>
          <p:cNvCxnSpPr>
            <a:cxnSpLocks/>
          </p:cNvCxnSpPr>
          <p:nvPr/>
        </p:nvCxnSpPr>
        <p:spPr>
          <a:xfrm flipH="1">
            <a:off x="5246039" y="3748220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B474C7-FF20-CBE2-7EAF-E7F69386C02E}"/>
              </a:ext>
            </a:extLst>
          </p:cNvPr>
          <p:cNvCxnSpPr>
            <a:cxnSpLocks/>
          </p:cNvCxnSpPr>
          <p:nvPr/>
        </p:nvCxnSpPr>
        <p:spPr>
          <a:xfrm>
            <a:off x="6823480" y="3769993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11272F0-8D9A-384A-EAA0-26F5EE29DE26}"/>
              </a:ext>
            </a:extLst>
          </p:cNvPr>
          <p:cNvSpPr txBox="1"/>
          <p:nvPr/>
        </p:nvSpPr>
        <p:spPr>
          <a:xfrm>
            <a:off x="5122696" y="4325709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5A3F22-6A90-A90D-ED57-1A37273EFBE0}"/>
              </a:ext>
            </a:extLst>
          </p:cNvPr>
          <p:cNvSpPr txBox="1"/>
          <p:nvPr/>
        </p:nvSpPr>
        <p:spPr>
          <a:xfrm>
            <a:off x="8556905" y="319635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7CA61A-15FF-B450-0561-5EA92A6617DE}"/>
              </a:ext>
            </a:extLst>
          </p:cNvPr>
          <p:cNvSpPr txBox="1"/>
          <p:nvPr/>
        </p:nvSpPr>
        <p:spPr>
          <a:xfrm>
            <a:off x="6464175" y="195236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CBF3CEDD-E1DC-0A92-6E29-05C7942EA639}"/>
              </a:ext>
            </a:extLst>
          </p:cNvPr>
          <p:cNvSpPr/>
          <p:nvPr/>
        </p:nvSpPr>
        <p:spPr>
          <a:xfrm rot="16200000">
            <a:off x="7186590" y="5368391"/>
            <a:ext cx="246096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6FCCFB-C85C-A5D4-413E-201419191685}"/>
              </a:ext>
            </a:extLst>
          </p:cNvPr>
          <p:cNvSpPr txBox="1"/>
          <p:nvPr/>
        </p:nvSpPr>
        <p:spPr>
          <a:xfrm>
            <a:off x="7101509" y="5783367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FD7B837-985B-4D0B-E57C-B5FEB792D9D4}"/>
              </a:ext>
            </a:extLst>
          </p:cNvPr>
          <p:cNvCxnSpPr>
            <a:cxnSpLocks/>
          </p:cNvCxnSpPr>
          <p:nvPr/>
        </p:nvCxnSpPr>
        <p:spPr>
          <a:xfrm>
            <a:off x="5940348" y="606403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4A69C9-1233-FB4C-0F6F-5C675E5337CC}"/>
              </a:ext>
            </a:extLst>
          </p:cNvPr>
          <p:cNvCxnSpPr>
            <a:cxnSpLocks/>
          </p:cNvCxnSpPr>
          <p:nvPr/>
        </p:nvCxnSpPr>
        <p:spPr>
          <a:xfrm>
            <a:off x="7756085" y="610751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815DD08-49B0-F8D4-4DD5-562D02E34AA2}"/>
              </a:ext>
            </a:extLst>
          </p:cNvPr>
          <p:cNvSpPr txBox="1"/>
          <p:nvPr/>
        </p:nvSpPr>
        <p:spPr>
          <a:xfrm>
            <a:off x="7212863" y="1033530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83EF97-E39A-A23C-166F-B3DDCC67D241}"/>
              </a:ext>
            </a:extLst>
          </p:cNvPr>
          <p:cNvSpPr txBox="1"/>
          <p:nvPr/>
        </p:nvSpPr>
        <p:spPr>
          <a:xfrm>
            <a:off x="7144748" y="878660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131FCBF-EAC1-4552-B33C-8CA825D84815}"/>
              </a:ext>
            </a:extLst>
          </p:cNvPr>
          <p:cNvGrpSpPr/>
          <p:nvPr/>
        </p:nvGrpSpPr>
        <p:grpSpPr>
          <a:xfrm>
            <a:off x="6246117" y="1535446"/>
            <a:ext cx="1205346" cy="2784769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74FF80E-5AFE-2733-8EE3-701146A70C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5550B80E-46BD-2622-A1FB-97875029CC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95F9D5A-CCD2-C2CE-8DCE-6AEA975B92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826FFD6-D1F2-9E46-A59D-5456FF4F9E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D6F73A67-F769-0ADA-5822-2B82181BEBB6}"/>
              </a:ext>
            </a:extLst>
          </p:cNvPr>
          <p:cNvSpPr/>
          <p:nvPr/>
        </p:nvSpPr>
        <p:spPr>
          <a:xfrm>
            <a:off x="5067908" y="3346438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29115BD-DBA4-7C0D-B49C-5FFAAB27A2CC}"/>
              </a:ext>
            </a:extLst>
          </p:cNvPr>
          <p:cNvSpPr/>
          <p:nvPr/>
        </p:nvSpPr>
        <p:spPr>
          <a:xfrm>
            <a:off x="6205961" y="3593840"/>
            <a:ext cx="1296389" cy="3226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6231254B-4677-CCFC-8365-6FA0099D5573}"/>
              </a:ext>
            </a:extLst>
          </p:cNvPr>
          <p:cNvSpPr/>
          <p:nvPr/>
        </p:nvSpPr>
        <p:spPr>
          <a:xfrm rot="16200000">
            <a:off x="7058666" y="4185293"/>
            <a:ext cx="228392" cy="63522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023D91-0DCC-324D-5286-CFF38775B745}"/>
              </a:ext>
            </a:extLst>
          </p:cNvPr>
          <p:cNvSpPr txBox="1"/>
          <p:nvPr/>
        </p:nvSpPr>
        <p:spPr>
          <a:xfrm>
            <a:off x="6767023" y="4510737"/>
            <a:ext cx="1020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s</a:t>
            </a:r>
            <a:r>
              <a:rPr lang="en-ES" sz="3200" dirty="0"/>
              <a:t>&lt;a</a:t>
            </a:r>
            <a:endParaRPr lang="en-ES" dirty="0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8E333984-AE2F-3782-3A31-DE5E725C8D88}"/>
              </a:ext>
            </a:extLst>
          </p:cNvPr>
          <p:cNvSpPr/>
          <p:nvPr/>
        </p:nvSpPr>
        <p:spPr>
          <a:xfrm rot="16200000">
            <a:off x="7598989" y="4274354"/>
            <a:ext cx="252152" cy="17633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227E4F-3C05-E98A-8237-07A2719CE3BC}"/>
              </a:ext>
            </a:extLst>
          </p:cNvPr>
          <p:cNvSpPr txBox="1"/>
          <p:nvPr/>
        </p:nvSpPr>
        <p:spPr>
          <a:xfrm>
            <a:off x="6778898" y="5175746"/>
            <a:ext cx="1234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s</a:t>
            </a:r>
            <a:r>
              <a:rPr lang="en-ES" sz="3200" dirty="0"/>
              <a:t>&gt;a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7A4D459-6B73-72F7-2EE8-5FD5214C593A}"/>
              </a:ext>
            </a:extLst>
          </p:cNvPr>
          <p:cNvCxnSpPr>
            <a:cxnSpLocks/>
            <a:endCxn id="4" idx="5"/>
          </p:cNvCxnSpPr>
          <p:nvPr/>
        </p:nvCxnSpPr>
        <p:spPr>
          <a:xfrm flipV="1">
            <a:off x="7085435" y="3869207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BCAD1B3-E3A9-A9A6-15D7-467A6A41DB74}"/>
              </a:ext>
            </a:extLst>
          </p:cNvPr>
          <p:cNvCxnSpPr>
            <a:cxnSpLocks/>
          </p:cNvCxnSpPr>
          <p:nvPr/>
        </p:nvCxnSpPr>
        <p:spPr>
          <a:xfrm flipV="1">
            <a:off x="7825210" y="4069232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itle 1">
            <a:extLst>
              <a:ext uri="{FF2B5EF4-FFF2-40B4-BE49-F238E27FC236}">
                <a16:creationId xmlns:a16="http://schemas.microsoft.com/office/drawing/2014/main" id="{0687A552-0BE1-804D-F7A9-B22E8FD7C3F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B5.S9.2</a:t>
            </a:r>
          </a:p>
        </p:txBody>
      </p:sp>
    </p:spTree>
    <p:extLst>
      <p:ext uri="{BB962C8B-B14F-4D97-AF65-F5344CB8AC3E}">
        <p14:creationId xmlns:p14="http://schemas.microsoft.com/office/powerpoint/2010/main" val="28769911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1929A-CE87-F091-B673-FCCB3CCD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8829ED3-3ABB-514F-3319-D2F206CA39B0}"/>
              </a:ext>
            </a:extLst>
          </p:cNvPr>
          <p:cNvCxnSpPr>
            <a:cxnSpLocks/>
          </p:cNvCxnSpPr>
          <p:nvPr/>
        </p:nvCxnSpPr>
        <p:spPr>
          <a:xfrm flipV="1">
            <a:off x="5355771" y="1959429"/>
            <a:ext cx="0" cy="380010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06097B3-1277-C4FC-15C0-42BF743400C2}"/>
              </a:ext>
            </a:extLst>
          </p:cNvPr>
          <p:cNvSpPr txBox="1"/>
          <p:nvPr/>
        </p:nvSpPr>
        <p:spPr>
          <a:xfrm>
            <a:off x="7438097" y="2984284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r>
              <a:rPr lang="en-ES" sz="3200" baseline="-25000" dirty="0"/>
              <a:t>2</a:t>
            </a:r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69C8D67A-40EF-713E-6C94-2A062EF73E86}"/>
              </a:ext>
            </a:extLst>
          </p:cNvPr>
          <p:cNvSpPr/>
          <p:nvPr/>
        </p:nvSpPr>
        <p:spPr>
          <a:xfrm>
            <a:off x="4323278" y="3693226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1DC19-03AE-EC01-16A7-C96D04079472}"/>
              </a:ext>
            </a:extLst>
          </p:cNvPr>
          <p:cNvSpPr/>
          <p:nvPr/>
        </p:nvSpPr>
        <p:spPr>
          <a:xfrm>
            <a:off x="5948878" y="3028208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C540B8B-0704-D1E7-53E0-E31658A9F41E}"/>
              </a:ext>
            </a:extLst>
          </p:cNvPr>
          <p:cNvCxnSpPr>
            <a:cxnSpLocks/>
          </p:cNvCxnSpPr>
          <p:nvPr/>
        </p:nvCxnSpPr>
        <p:spPr>
          <a:xfrm>
            <a:off x="7395029" y="3507180"/>
            <a:ext cx="0" cy="9947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536442C-740E-BF11-5946-6ED4580F1EB3}"/>
              </a:ext>
            </a:extLst>
          </p:cNvPr>
          <p:cNvSpPr txBox="1"/>
          <p:nvPr/>
        </p:nvSpPr>
        <p:spPr>
          <a:xfrm>
            <a:off x="4770767" y="2331139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I(t)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A9F06336-4868-4603-EF44-DD7B1E4C4972}"/>
              </a:ext>
            </a:extLst>
          </p:cNvPr>
          <p:cNvSpPr/>
          <p:nvPr/>
        </p:nvSpPr>
        <p:spPr>
          <a:xfrm rot="16200000">
            <a:off x="6581222" y="4075547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205203-7037-FDFA-133D-23E0D7F4B95D}"/>
              </a:ext>
            </a:extLst>
          </p:cNvPr>
          <p:cNvSpPr txBox="1"/>
          <p:nvPr/>
        </p:nvSpPr>
        <p:spPr>
          <a:xfrm>
            <a:off x="6503340" y="4753283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79D745FB-09D5-980C-0906-0F175EC09FD9}"/>
              </a:ext>
            </a:extLst>
          </p:cNvPr>
          <p:cNvSpPr/>
          <p:nvPr/>
        </p:nvSpPr>
        <p:spPr>
          <a:xfrm rot="10800000">
            <a:off x="7807679" y="3016004"/>
            <a:ext cx="199382" cy="153620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1C5B5B-9A40-21A3-A436-68416F15844C}"/>
              </a:ext>
            </a:extLst>
          </p:cNvPr>
          <p:cNvSpPr txBox="1"/>
          <p:nvPr/>
        </p:nvSpPr>
        <p:spPr>
          <a:xfrm>
            <a:off x="8020083" y="360665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0E0D3558-D174-C5EC-BF1A-34ACE6AB01FC}"/>
              </a:ext>
            </a:extLst>
          </p:cNvPr>
          <p:cNvSpPr/>
          <p:nvPr/>
        </p:nvSpPr>
        <p:spPr>
          <a:xfrm rot="16200000">
            <a:off x="5555273" y="4515540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9C33D5-98B0-2FA6-9BA6-39B44D6B93CA}"/>
              </a:ext>
            </a:extLst>
          </p:cNvPr>
          <p:cNvSpPr txBox="1"/>
          <p:nvPr/>
        </p:nvSpPr>
        <p:spPr>
          <a:xfrm>
            <a:off x="5458312" y="4753283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DF17B5-9A99-B9AC-0A54-A9950D985D98}"/>
              </a:ext>
            </a:extLst>
          </p:cNvPr>
          <p:cNvSpPr txBox="1"/>
          <p:nvPr/>
        </p:nvSpPr>
        <p:spPr>
          <a:xfrm>
            <a:off x="4128134" y="4099765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C134E8-F969-1207-8A6C-A793E51F267B}"/>
              </a:ext>
            </a:extLst>
          </p:cNvPr>
          <p:cNvSpPr txBox="1"/>
          <p:nvPr/>
        </p:nvSpPr>
        <p:spPr>
          <a:xfrm>
            <a:off x="4166897" y="396864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C76DE07-2EB6-B9C5-8597-73DF77017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/>
              <a:t>B6.</a:t>
            </a:r>
            <a:r>
              <a:rPr lang="en-ES" dirty="0"/>
              <a:t>S12.1</a:t>
            </a:r>
          </a:p>
        </p:txBody>
      </p:sp>
    </p:spTree>
    <p:extLst>
      <p:ext uri="{BB962C8B-B14F-4D97-AF65-F5344CB8AC3E}">
        <p14:creationId xmlns:p14="http://schemas.microsoft.com/office/powerpoint/2010/main" val="14696249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4F72C-96C4-8CA6-F7F5-4DDA6EC9D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F303BEE-AD65-15E2-9D39-A876791B6346}"/>
              </a:ext>
            </a:extLst>
          </p:cNvPr>
          <p:cNvCxnSpPr>
            <a:cxnSpLocks/>
          </p:cNvCxnSpPr>
          <p:nvPr/>
        </p:nvCxnSpPr>
        <p:spPr>
          <a:xfrm flipV="1">
            <a:off x="6422135" y="2558005"/>
            <a:ext cx="0" cy="151257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8171D98-2377-B804-9F67-FF86BA580695}"/>
              </a:ext>
            </a:extLst>
          </p:cNvPr>
          <p:cNvSpPr txBox="1"/>
          <p:nvPr/>
        </p:nvSpPr>
        <p:spPr>
          <a:xfrm>
            <a:off x="6012984" y="231188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B0C9BBC-E800-80FB-0D50-496F7EC5BE92}"/>
              </a:ext>
            </a:extLst>
          </p:cNvPr>
          <p:cNvGrpSpPr/>
          <p:nvPr/>
        </p:nvGrpSpPr>
        <p:grpSpPr>
          <a:xfrm>
            <a:off x="4398381" y="2796192"/>
            <a:ext cx="3984517" cy="1854101"/>
            <a:chOff x="2942677" y="489475"/>
            <a:chExt cx="3984517" cy="1854101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0F00E863-774C-62C3-E514-5CDDCB65C3DD}"/>
                </a:ext>
              </a:extLst>
            </p:cNvPr>
            <p:cNvSpPr/>
            <p:nvPr/>
          </p:nvSpPr>
          <p:spPr>
            <a:xfrm>
              <a:off x="2942677" y="1211142"/>
              <a:ext cx="3984517" cy="1132434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0866F74-41EB-FC55-BE43-B0ECAC8DEE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489475"/>
              <a:ext cx="0" cy="1260279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4A3CDDE-6A05-AEE7-71D4-1444BF9BB5C9}"/>
              </a:ext>
            </a:extLst>
          </p:cNvPr>
          <p:cNvCxnSpPr>
            <a:cxnSpLocks/>
          </p:cNvCxnSpPr>
          <p:nvPr/>
        </p:nvCxnSpPr>
        <p:spPr>
          <a:xfrm>
            <a:off x="6411327" y="4061808"/>
            <a:ext cx="2454881" cy="107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126BFE9-F621-0A0D-833E-A947A33F68F2}"/>
              </a:ext>
            </a:extLst>
          </p:cNvPr>
          <p:cNvSpPr txBox="1"/>
          <p:nvPr/>
        </p:nvSpPr>
        <p:spPr>
          <a:xfrm>
            <a:off x="8736658" y="400838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5B6B11C-4D5B-6F47-CBA4-D37C51DF3592}"/>
              </a:ext>
            </a:extLst>
          </p:cNvPr>
          <p:cNvGrpSpPr/>
          <p:nvPr/>
        </p:nvGrpSpPr>
        <p:grpSpPr>
          <a:xfrm rot="2836464">
            <a:off x="6354652" y="3106525"/>
            <a:ext cx="861358" cy="1227596"/>
            <a:chOff x="4520774" y="685201"/>
            <a:chExt cx="861358" cy="1186678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39F53773-0CB1-0B44-F083-11CC7622FDE9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702B370-FC1E-B8A8-206D-D331993277A2}"/>
                </a:ext>
              </a:extLst>
            </p:cNvPr>
            <p:cNvCxnSpPr>
              <a:cxnSpLocks/>
            </p:cNvCxnSpPr>
            <p:nvPr/>
          </p:nvCxnSpPr>
          <p:spPr>
            <a:xfrm rot="18763536" flipV="1">
              <a:off x="4505215" y="700760"/>
              <a:ext cx="892475" cy="861358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Left Bracket 1">
            <a:extLst>
              <a:ext uri="{FF2B5EF4-FFF2-40B4-BE49-F238E27FC236}">
                <a16:creationId xmlns:a16="http://schemas.microsoft.com/office/drawing/2014/main" id="{DA36F277-F846-8FD3-7008-CF2F1F605768}"/>
              </a:ext>
            </a:extLst>
          </p:cNvPr>
          <p:cNvSpPr/>
          <p:nvPr/>
        </p:nvSpPr>
        <p:spPr>
          <a:xfrm rot="16200000">
            <a:off x="7284613" y="4027878"/>
            <a:ext cx="246096" cy="195047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BCE838-B5DB-1764-6F97-85399261CB81}"/>
              </a:ext>
            </a:extLst>
          </p:cNvPr>
          <p:cNvSpPr txBox="1"/>
          <p:nvPr/>
        </p:nvSpPr>
        <p:spPr>
          <a:xfrm>
            <a:off x="7204680" y="5097316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48081E-BD78-B852-4F5D-45CBAD85A38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B6.S12.2</a:t>
            </a:r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718609F8-D48B-D915-2A32-C7D181D783B7}"/>
              </a:ext>
            </a:extLst>
          </p:cNvPr>
          <p:cNvSpPr/>
          <p:nvPr/>
        </p:nvSpPr>
        <p:spPr>
          <a:xfrm rot="18823183">
            <a:off x="6088398" y="4041709"/>
            <a:ext cx="115295" cy="28646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1BC9D6-7C93-9FC9-4586-D29E6CF2A066}"/>
              </a:ext>
            </a:extLst>
          </p:cNvPr>
          <p:cNvSpPr txBox="1"/>
          <p:nvPr/>
        </p:nvSpPr>
        <p:spPr>
          <a:xfrm>
            <a:off x="5788330" y="405647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B06BF7B5-8179-26E2-647A-A0EE63E65151}"/>
              </a:ext>
            </a:extLst>
          </p:cNvPr>
          <p:cNvSpPr/>
          <p:nvPr/>
        </p:nvSpPr>
        <p:spPr>
          <a:xfrm rot="16200000">
            <a:off x="5687668" y="3414674"/>
            <a:ext cx="1508111" cy="1237115"/>
          </a:xfrm>
          <a:prstGeom prst="arc">
            <a:avLst>
              <a:gd name="adj1" fmla="val 53252"/>
              <a:gd name="adj2" fmla="val 2907196"/>
            </a:avLst>
          </a:prstGeom>
          <a:ln w="3810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3FEB88-9A4A-5F76-DC4F-7EF8745C708E}"/>
              </a:ext>
            </a:extLst>
          </p:cNvPr>
          <p:cNvSpPr txBox="1"/>
          <p:nvPr/>
        </p:nvSpPr>
        <p:spPr>
          <a:xfrm>
            <a:off x="6638657" y="2914873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82954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4F79F-22FB-70A5-AE01-363CE101C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D4EF8935-96B4-08B6-0D84-DE0FDFCD58A4}"/>
              </a:ext>
            </a:extLst>
          </p:cNvPr>
          <p:cNvGrpSpPr/>
          <p:nvPr/>
        </p:nvGrpSpPr>
        <p:grpSpPr>
          <a:xfrm>
            <a:off x="1284791" y="2501949"/>
            <a:ext cx="3984517" cy="1854101"/>
            <a:chOff x="2942677" y="489475"/>
            <a:chExt cx="3984517" cy="1854101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68050BAD-4DC6-F3F8-B439-194B1BE54EE1}"/>
                </a:ext>
              </a:extLst>
            </p:cNvPr>
            <p:cNvSpPr/>
            <p:nvPr/>
          </p:nvSpPr>
          <p:spPr>
            <a:xfrm>
              <a:off x="2942677" y="1211142"/>
              <a:ext cx="3984517" cy="1132434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5CD3954-D55C-2E03-E289-37F3E56588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489475"/>
              <a:ext cx="0" cy="1260279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198FC1D-8D88-40A0-A7E2-90B86E886511}"/>
              </a:ext>
            </a:extLst>
          </p:cNvPr>
          <p:cNvGrpSpPr/>
          <p:nvPr/>
        </p:nvGrpSpPr>
        <p:grpSpPr>
          <a:xfrm rot="2836464">
            <a:off x="3241062" y="2812282"/>
            <a:ext cx="861358" cy="1227596"/>
            <a:chOff x="4520774" y="685201"/>
            <a:chExt cx="861358" cy="1186678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ECCBEA7B-CFBF-C4F5-56F2-BE19075DE7A4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98F9226-87AB-C7A3-C433-0944F55A3960}"/>
                </a:ext>
              </a:extLst>
            </p:cNvPr>
            <p:cNvCxnSpPr>
              <a:cxnSpLocks/>
            </p:cNvCxnSpPr>
            <p:nvPr/>
          </p:nvCxnSpPr>
          <p:spPr>
            <a:xfrm rot="18763536" flipV="1">
              <a:off x="4505215" y="700760"/>
              <a:ext cx="892475" cy="861358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02E8C54-70BA-AAB3-3BFE-B1C116EFECB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B6.S12.2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D03E77-77F4-95D8-F934-24C881DB74BC}"/>
              </a:ext>
            </a:extLst>
          </p:cNvPr>
          <p:cNvSpPr txBox="1"/>
          <p:nvPr/>
        </p:nvSpPr>
        <p:spPr>
          <a:xfrm>
            <a:off x="3661243" y="4335544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CD0A13F-218C-479C-0CA6-EF684048163E}"/>
              </a:ext>
            </a:extLst>
          </p:cNvPr>
          <p:cNvGrpSpPr/>
          <p:nvPr/>
        </p:nvGrpSpPr>
        <p:grpSpPr>
          <a:xfrm>
            <a:off x="959413" y="2164466"/>
            <a:ext cx="4716010" cy="3426106"/>
            <a:chOff x="959413" y="2164466"/>
            <a:chExt cx="4716010" cy="3426106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20296D4-F90C-5D76-8A50-F49BA409EC53}"/>
                </a:ext>
              </a:extLst>
            </p:cNvPr>
            <p:cNvSpPr/>
            <p:nvPr/>
          </p:nvSpPr>
          <p:spPr>
            <a:xfrm>
              <a:off x="959413" y="2164466"/>
              <a:ext cx="916092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93F6B7F-6FC1-4D0E-198C-BB9D524E5139}"/>
                </a:ext>
              </a:extLst>
            </p:cNvPr>
            <p:cNvSpPr/>
            <p:nvPr/>
          </p:nvSpPr>
          <p:spPr>
            <a:xfrm>
              <a:off x="2281620" y="2164466"/>
              <a:ext cx="266421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EF706E-7682-9C17-2368-EB302A0549A3}"/>
                </a:ext>
              </a:extLst>
            </p:cNvPr>
            <p:cNvCxnSpPr/>
            <p:nvPr/>
          </p:nvCxnSpPr>
          <p:spPr>
            <a:xfrm flipH="1" flipV="1">
              <a:off x="3291009" y="2164466"/>
              <a:ext cx="44856" cy="3426106"/>
            </a:xfrm>
            <a:prstGeom prst="straightConnector1">
              <a:avLst/>
            </a:prstGeom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7B3040B1-79E7-60A5-F12E-1961B717BC11}"/>
                </a:ext>
              </a:extLst>
            </p:cNvPr>
            <p:cNvSpPr/>
            <p:nvPr/>
          </p:nvSpPr>
          <p:spPr>
            <a:xfrm flipH="1">
              <a:off x="4759331" y="2164466"/>
              <a:ext cx="916092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FD98DE3F-71F3-2534-6FC0-CC53BE3DDCC1}"/>
                </a:ext>
              </a:extLst>
            </p:cNvPr>
            <p:cNvSpPr/>
            <p:nvPr/>
          </p:nvSpPr>
          <p:spPr>
            <a:xfrm flipH="1">
              <a:off x="4086795" y="2164466"/>
              <a:ext cx="266421" cy="3426106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2842" h="3426106">
                  <a:moveTo>
                    <a:pt x="0" y="3426106"/>
                  </a:moveTo>
                  <a:cubicBezTo>
                    <a:pt x="260430" y="2826152"/>
                    <a:pt x="520861" y="2226198"/>
                    <a:pt x="532436" y="1655180"/>
                  </a:cubicBezTo>
                  <a:cubicBezTo>
                    <a:pt x="544011" y="1084162"/>
                    <a:pt x="306729" y="542081"/>
                    <a:pt x="69448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AE2EA2D-A764-21BA-7968-265CDEB7EE9D}"/>
              </a:ext>
            </a:extLst>
          </p:cNvPr>
          <p:cNvGrpSpPr/>
          <p:nvPr/>
        </p:nvGrpSpPr>
        <p:grpSpPr>
          <a:xfrm>
            <a:off x="4463808" y="1919702"/>
            <a:ext cx="896655" cy="739645"/>
            <a:chOff x="4463808" y="1919702"/>
            <a:chExt cx="896655" cy="73964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53B8224-56FF-9906-09D4-8CAB2FF7FCC7}"/>
                </a:ext>
              </a:extLst>
            </p:cNvPr>
            <p:cNvSpPr txBox="1"/>
            <p:nvPr/>
          </p:nvSpPr>
          <p:spPr>
            <a:xfrm>
              <a:off x="4497023" y="2074572"/>
              <a:ext cx="8634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B</a:t>
              </a:r>
              <a:r>
                <a:rPr lang="en-ES" sz="3200" baseline="-25000" dirty="0"/>
                <a:t>21</a:t>
              </a:r>
              <a:endParaRPr lang="en-ES" baseline="-2500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CD54856-A882-C15E-4718-61D67CFB84A7}"/>
                </a:ext>
              </a:extLst>
            </p:cNvPr>
            <p:cNvSpPr txBox="1"/>
            <p:nvPr/>
          </p:nvSpPr>
          <p:spPr>
            <a:xfrm>
              <a:off x="4463808" y="1919702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5D3B11CF-F1DD-46B4-1538-41E488C70EAF}"/>
              </a:ext>
            </a:extLst>
          </p:cNvPr>
          <p:cNvSpPr txBox="1"/>
          <p:nvPr/>
        </p:nvSpPr>
        <p:spPr>
          <a:xfrm>
            <a:off x="2414830" y="1705240"/>
            <a:ext cx="12697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¡Facil!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7B2C17D-C52C-2467-884D-6D89BFB10BE4}"/>
              </a:ext>
            </a:extLst>
          </p:cNvPr>
          <p:cNvGrpSpPr/>
          <p:nvPr/>
        </p:nvGrpSpPr>
        <p:grpSpPr>
          <a:xfrm rot="18717076">
            <a:off x="6754512" y="2819287"/>
            <a:ext cx="3984517" cy="1854101"/>
            <a:chOff x="6963168" y="2501949"/>
            <a:chExt cx="3984517" cy="1854101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DD3D3BE-E918-09F3-08F2-6631EC93A684}"/>
                </a:ext>
              </a:extLst>
            </p:cNvPr>
            <p:cNvGrpSpPr/>
            <p:nvPr/>
          </p:nvGrpSpPr>
          <p:grpSpPr>
            <a:xfrm>
              <a:off x="6963168" y="2501949"/>
              <a:ext cx="3984517" cy="1854101"/>
              <a:chOff x="2942677" y="489475"/>
              <a:chExt cx="3984517" cy="1854101"/>
            </a:xfrm>
          </p:grpSpPr>
          <p:sp>
            <p:nvSpPr>
              <p:cNvPr id="36" name="Arc 35">
                <a:extLst>
                  <a:ext uri="{FF2B5EF4-FFF2-40B4-BE49-F238E27FC236}">
                    <a16:creationId xmlns:a16="http://schemas.microsoft.com/office/drawing/2014/main" id="{AD624807-F946-0532-6170-5385775318D1}"/>
                  </a:ext>
                </a:extLst>
              </p:cNvPr>
              <p:cNvSpPr/>
              <p:nvPr/>
            </p:nvSpPr>
            <p:spPr>
              <a:xfrm>
                <a:off x="2942677" y="1211142"/>
                <a:ext cx="3984517" cy="1132434"/>
              </a:xfrm>
              <a:prstGeom prst="arc">
                <a:avLst>
                  <a:gd name="adj1" fmla="val 2758053"/>
                  <a:gd name="adj2" fmla="val 2720473"/>
                </a:avLst>
              </a:prstGeom>
              <a:ln w="38100">
                <a:solidFill>
                  <a:schemeClr val="tx1"/>
                </a:solidFill>
                <a:prstDash val="solid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ES" dirty="0"/>
              </a:p>
            </p:txBody>
          </p: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0B504D19-CBC2-0E15-140D-83928A9A40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3661" y="489475"/>
                <a:ext cx="0" cy="1260279"/>
              </a:xfrm>
              <a:prstGeom prst="straightConnector1">
                <a:avLst/>
              </a:prstGeom>
              <a:ln w="53975"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4EE0F9F-5FA9-6BDD-5431-CB31D7693733}"/>
                </a:ext>
              </a:extLst>
            </p:cNvPr>
            <p:cNvGrpSpPr/>
            <p:nvPr/>
          </p:nvGrpSpPr>
          <p:grpSpPr>
            <a:xfrm rot="2836464">
              <a:off x="8919439" y="2812282"/>
              <a:ext cx="861358" cy="1227596"/>
              <a:chOff x="4520774" y="685201"/>
              <a:chExt cx="861358" cy="1186678"/>
            </a:xfrm>
          </p:grpSpPr>
          <p:sp>
            <p:nvSpPr>
              <p:cNvPr id="39" name="Arc 38">
                <a:extLst>
                  <a:ext uri="{FF2B5EF4-FFF2-40B4-BE49-F238E27FC236}">
                    <a16:creationId xmlns:a16="http://schemas.microsoft.com/office/drawing/2014/main" id="{18D0E7C5-C6B2-059E-0FAB-66CEFC9EBF25}"/>
                  </a:ext>
                </a:extLst>
              </p:cNvPr>
              <p:cNvSpPr/>
              <p:nvPr/>
            </p:nvSpPr>
            <p:spPr>
              <a:xfrm>
                <a:off x="4690772" y="1620088"/>
                <a:ext cx="549966" cy="251791"/>
              </a:xfrm>
              <a:prstGeom prst="arc">
                <a:avLst>
                  <a:gd name="adj1" fmla="val 2758053"/>
                  <a:gd name="adj2" fmla="val 2720473"/>
                </a:avLst>
              </a:prstGeom>
              <a:ln w="38100">
                <a:solidFill>
                  <a:schemeClr val="tx1"/>
                </a:solidFill>
                <a:prstDash val="solid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ES" dirty="0"/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3B27EBE-B0E7-D383-0E8E-7BB8BF73A9A0}"/>
                  </a:ext>
                </a:extLst>
              </p:cNvPr>
              <p:cNvCxnSpPr>
                <a:cxnSpLocks/>
              </p:cNvCxnSpPr>
              <p:nvPr/>
            </p:nvCxnSpPr>
            <p:spPr>
              <a:xfrm rot="18763536" flipV="1">
                <a:off x="4505215" y="700760"/>
                <a:ext cx="892475" cy="861358"/>
              </a:xfrm>
              <a:prstGeom prst="straightConnector1">
                <a:avLst/>
              </a:prstGeom>
              <a:ln w="53975"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35274A42-C5DE-421A-14AD-15BC145B1012}"/>
              </a:ext>
            </a:extLst>
          </p:cNvPr>
          <p:cNvSpPr txBox="1"/>
          <p:nvPr/>
        </p:nvSpPr>
        <p:spPr>
          <a:xfrm>
            <a:off x="8473143" y="37561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F9BBBFD-2459-0FA4-FC87-F7D145285CB0}"/>
              </a:ext>
            </a:extLst>
          </p:cNvPr>
          <p:cNvGrpSpPr/>
          <p:nvPr/>
        </p:nvGrpSpPr>
        <p:grpSpPr>
          <a:xfrm>
            <a:off x="7809940" y="2409944"/>
            <a:ext cx="1139853" cy="3064028"/>
            <a:chOff x="7779255" y="2409944"/>
            <a:chExt cx="1139853" cy="3064028"/>
          </a:xfrm>
        </p:grpSpPr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3A5595B3-0244-253B-5173-5EA4E3C61CEE}"/>
                </a:ext>
              </a:extLst>
            </p:cNvPr>
            <p:cNvSpPr/>
            <p:nvPr/>
          </p:nvSpPr>
          <p:spPr>
            <a:xfrm>
              <a:off x="7779255" y="3188696"/>
              <a:ext cx="1057077" cy="1275617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0 w 532822"/>
                <a:gd name="csY0" fmla="*/ 2861510 h 2861510"/>
                <a:gd name="csX1" fmla="*/ 532436 w 532822"/>
                <a:gd name="csY1" fmla="*/ 1090584 h 2861510"/>
                <a:gd name="csX2" fmla="*/ 56059 w 532822"/>
                <a:gd name="csY2" fmla="*/ 0 h 2861510"/>
                <a:gd name="csX0" fmla="*/ 0 w 532865"/>
                <a:gd name="csY0" fmla="*/ 2966870 h 2966870"/>
                <a:gd name="csX1" fmla="*/ 532436 w 532865"/>
                <a:gd name="csY1" fmla="*/ 1195944 h 2966870"/>
                <a:gd name="csX2" fmla="*/ 56059 w 532865"/>
                <a:gd name="csY2" fmla="*/ 105360 h 2966870"/>
                <a:gd name="csX0" fmla="*/ 0 w 535610"/>
                <a:gd name="csY0" fmla="*/ 2238631 h 2238631"/>
                <a:gd name="csX1" fmla="*/ 532436 w 535610"/>
                <a:gd name="csY1" fmla="*/ 467705 h 2238631"/>
                <a:gd name="csX2" fmla="*/ 273249 w 535610"/>
                <a:gd name="csY2" fmla="*/ 285384 h 2238631"/>
                <a:gd name="csX0" fmla="*/ 0 w 532992"/>
                <a:gd name="csY0" fmla="*/ 2421197 h 2421197"/>
                <a:gd name="csX1" fmla="*/ 532436 w 532992"/>
                <a:gd name="csY1" fmla="*/ 650271 h 2421197"/>
                <a:gd name="csX2" fmla="*/ 273249 w 532992"/>
                <a:gd name="csY2" fmla="*/ 467950 h 2421197"/>
                <a:gd name="csX0" fmla="*/ 12371 w 259743"/>
                <a:gd name="csY0" fmla="*/ 586260 h 805312"/>
                <a:gd name="csX1" fmla="*/ 259187 w 259743"/>
                <a:gd name="csY1" fmla="*/ 650271 h 805312"/>
                <a:gd name="csX2" fmla="*/ 0 w 259743"/>
                <a:gd name="csY2" fmla="*/ 467950 h 805312"/>
                <a:gd name="csX0" fmla="*/ 12371 w 259743"/>
                <a:gd name="csY0" fmla="*/ 586260 h 1251082"/>
                <a:gd name="csX1" fmla="*/ 259187 w 259743"/>
                <a:gd name="csY1" fmla="*/ 650271 h 1251082"/>
                <a:gd name="csX2" fmla="*/ 0 w 259743"/>
                <a:gd name="csY2" fmla="*/ 467950 h 1251082"/>
                <a:gd name="csX0" fmla="*/ 3445 w 259743"/>
                <a:gd name="csY0" fmla="*/ 635356 h 1280250"/>
                <a:gd name="csX1" fmla="*/ 259187 w 259743"/>
                <a:gd name="csY1" fmla="*/ 650271 h 1280250"/>
                <a:gd name="csX2" fmla="*/ 0 w 259743"/>
                <a:gd name="csY2" fmla="*/ 467950 h 1280250"/>
                <a:gd name="csX0" fmla="*/ 3445 w 259599"/>
                <a:gd name="csY0" fmla="*/ 653996 h 1298890"/>
                <a:gd name="csX1" fmla="*/ 259187 w 259599"/>
                <a:gd name="csY1" fmla="*/ 668911 h 1298890"/>
                <a:gd name="csX2" fmla="*/ 0 w 259599"/>
                <a:gd name="csY2" fmla="*/ 486590 h 1298890"/>
                <a:gd name="csX0" fmla="*/ 0 w 256161"/>
                <a:gd name="csY0" fmla="*/ 645951 h 1290845"/>
                <a:gd name="csX1" fmla="*/ 255742 w 256161"/>
                <a:gd name="csY1" fmla="*/ 660866 h 1290845"/>
                <a:gd name="csX2" fmla="*/ 1018 w 256161"/>
                <a:gd name="csY2" fmla="*/ 490819 h 1290845"/>
                <a:gd name="csX0" fmla="*/ 0 w 256238"/>
                <a:gd name="csY0" fmla="*/ 701952 h 1346846"/>
                <a:gd name="csX1" fmla="*/ 255742 w 256238"/>
                <a:gd name="csY1" fmla="*/ 716867 h 1346846"/>
                <a:gd name="csX2" fmla="*/ 1018 w 256238"/>
                <a:gd name="csY2" fmla="*/ 546820 h 1346846"/>
                <a:gd name="csX0" fmla="*/ 0 w 256238"/>
                <a:gd name="csY0" fmla="*/ 701952 h 1275617"/>
                <a:gd name="csX1" fmla="*/ 255742 w 256238"/>
                <a:gd name="csY1" fmla="*/ 716867 h 1275617"/>
                <a:gd name="csX2" fmla="*/ 1018 w 256238"/>
                <a:gd name="csY2" fmla="*/ 546820 h 12756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6238" h="1275617">
                  <a:moveTo>
                    <a:pt x="0" y="701952"/>
                  </a:moveTo>
                  <a:cubicBezTo>
                    <a:pt x="52166" y="1623953"/>
                    <a:pt x="244167" y="1287885"/>
                    <a:pt x="255742" y="716867"/>
                  </a:cubicBezTo>
                  <a:cubicBezTo>
                    <a:pt x="267317" y="145849"/>
                    <a:pt x="73175" y="-476011"/>
                    <a:pt x="1018" y="54682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DCCC5D4A-225D-44C8-DDEE-DF6AFC1F52B8}"/>
                </a:ext>
              </a:extLst>
            </p:cNvPr>
            <p:cNvSpPr/>
            <p:nvPr/>
          </p:nvSpPr>
          <p:spPr>
            <a:xfrm>
              <a:off x="8321070" y="2409944"/>
              <a:ext cx="598038" cy="3064028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157123 w 689771"/>
                <a:gd name="csY0" fmla="*/ 3266546 h 3266546"/>
                <a:gd name="csX1" fmla="*/ 689559 w 689771"/>
                <a:gd name="csY1" fmla="*/ 1495620 h 3266546"/>
                <a:gd name="csX2" fmla="*/ 0 w 689771"/>
                <a:gd name="csY2" fmla="*/ 0 h 3266546"/>
                <a:gd name="csX0" fmla="*/ 157123 w 689974"/>
                <a:gd name="csY0" fmla="*/ 3266546 h 3266546"/>
                <a:gd name="csX1" fmla="*/ 689559 w 689974"/>
                <a:gd name="csY1" fmla="*/ 1495620 h 3266546"/>
                <a:gd name="csX2" fmla="*/ 0 w 689974"/>
                <a:gd name="csY2" fmla="*/ 0 h 3266546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89974" h="3064028">
                  <a:moveTo>
                    <a:pt x="93400" y="3064028"/>
                  </a:moveTo>
                  <a:cubicBezTo>
                    <a:pt x="545000" y="2500895"/>
                    <a:pt x="677984" y="2066638"/>
                    <a:pt x="689559" y="1495620"/>
                  </a:cubicBezTo>
                  <a:cubicBezTo>
                    <a:pt x="701134" y="924602"/>
                    <a:pt x="470933" y="388658"/>
                    <a:pt x="0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094A835-7B35-67DE-1829-AACCEA0EE5C4}"/>
              </a:ext>
            </a:extLst>
          </p:cNvPr>
          <p:cNvCxnSpPr>
            <a:cxnSpLocks/>
          </p:cNvCxnSpPr>
          <p:nvPr/>
        </p:nvCxnSpPr>
        <p:spPr>
          <a:xfrm flipH="1" flipV="1">
            <a:off x="9000071" y="2250384"/>
            <a:ext cx="44856" cy="3426106"/>
          </a:xfrm>
          <a:prstGeom prst="straightConnector1">
            <a:avLst/>
          </a:prstGeom>
          <a:ln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74756F3-6128-87F9-B549-E4D08D920A44}"/>
              </a:ext>
            </a:extLst>
          </p:cNvPr>
          <p:cNvGrpSpPr/>
          <p:nvPr/>
        </p:nvGrpSpPr>
        <p:grpSpPr>
          <a:xfrm>
            <a:off x="9353203" y="1658256"/>
            <a:ext cx="896655" cy="739645"/>
            <a:chOff x="4463808" y="1919702"/>
            <a:chExt cx="896655" cy="739645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39EBB97-BD6E-8AC2-E332-58F008D067FF}"/>
                </a:ext>
              </a:extLst>
            </p:cNvPr>
            <p:cNvSpPr txBox="1"/>
            <p:nvPr/>
          </p:nvSpPr>
          <p:spPr>
            <a:xfrm>
              <a:off x="4497023" y="2074572"/>
              <a:ext cx="8634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B</a:t>
              </a:r>
              <a:r>
                <a:rPr lang="en-ES" sz="3200" baseline="-25000" dirty="0"/>
                <a:t>21</a:t>
              </a:r>
              <a:endParaRPr lang="en-ES" baseline="-250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2AE0AAB-01BC-FDC2-8F13-02F5D884E427}"/>
                </a:ext>
              </a:extLst>
            </p:cNvPr>
            <p:cNvSpPr txBox="1"/>
            <p:nvPr/>
          </p:nvSpPr>
          <p:spPr>
            <a:xfrm>
              <a:off x="4463808" y="1919702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00DEC685-C1F6-0ACE-E1C9-C18657166A31}"/>
              </a:ext>
            </a:extLst>
          </p:cNvPr>
          <p:cNvSpPr txBox="1"/>
          <p:nvPr/>
        </p:nvSpPr>
        <p:spPr>
          <a:xfrm>
            <a:off x="7496944" y="1691819"/>
            <a:ext cx="14430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¡Dificil!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A99DCB3-EB88-FF02-96AB-7CA95CE6D8A2}"/>
              </a:ext>
            </a:extLst>
          </p:cNvPr>
          <p:cNvGrpSpPr/>
          <p:nvPr/>
        </p:nvGrpSpPr>
        <p:grpSpPr>
          <a:xfrm flipH="1">
            <a:off x="9110135" y="2443549"/>
            <a:ext cx="1139853" cy="3064028"/>
            <a:chOff x="7779255" y="2409944"/>
            <a:chExt cx="1139853" cy="3064028"/>
          </a:xfrm>
        </p:grpSpPr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12185145-A55C-DB5F-EB8E-51638E5730A0}"/>
                </a:ext>
              </a:extLst>
            </p:cNvPr>
            <p:cNvSpPr/>
            <p:nvPr/>
          </p:nvSpPr>
          <p:spPr>
            <a:xfrm>
              <a:off x="7779255" y="3188696"/>
              <a:ext cx="1057077" cy="1275617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0 w 532822"/>
                <a:gd name="csY0" fmla="*/ 2861510 h 2861510"/>
                <a:gd name="csX1" fmla="*/ 532436 w 532822"/>
                <a:gd name="csY1" fmla="*/ 1090584 h 2861510"/>
                <a:gd name="csX2" fmla="*/ 56059 w 532822"/>
                <a:gd name="csY2" fmla="*/ 0 h 2861510"/>
                <a:gd name="csX0" fmla="*/ 0 w 532865"/>
                <a:gd name="csY0" fmla="*/ 2966870 h 2966870"/>
                <a:gd name="csX1" fmla="*/ 532436 w 532865"/>
                <a:gd name="csY1" fmla="*/ 1195944 h 2966870"/>
                <a:gd name="csX2" fmla="*/ 56059 w 532865"/>
                <a:gd name="csY2" fmla="*/ 105360 h 2966870"/>
                <a:gd name="csX0" fmla="*/ 0 w 535610"/>
                <a:gd name="csY0" fmla="*/ 2238631 h 2238631"/>
                <a:gd name="csX1" fmla="*/ 532436 w 535610"/>
                <a:gd name="csY1" fmla="*/ 467705 h 2238631"/>
                <a:gd name="csX2" fmla="*/ 273249 w 535610"/>
                <a:gd name="csY2" fmla="*/ 285384 h 2238631"/>
                <a:gd name="csX0" fmla="*/ 0 w 532992"/>
                <a:gd name="csY0" fmla="*/ 2421197 h 2421197"/>
                <a:gd name="csX1" fmla="*/ 532436 w 532992"/>
                <a:gd name="csY1" fmla="*/ 650271 h 2421197"/>
                <a:gd name="csX2" fmla="*/ 273249 w 532992"/>
                <a:gd name="csY2" fmla="*/ 467950 h 2421197"/>
                <a:gd name="csX0" fmla="*/ 12371 w 259743"/>
                <a:gd name="csY0" fmla="*/ 586260 h 805312"/>
                <a:gd name="csX1" fmla="*/ 259187 w 259743"/>
                <a:gd name="csY1" fmla="*/ 650271 h 805312"/>
                <a:gd name="csX2" fmla="*/ 0 w 259743"/>
                <a:gd name="csY2" fmla="*/ 467950 h 805312"/>
                <a:gd name="csX0" fmla="*/ 12371 w 259743"/>
                <a:gd name="csY0" fmla="*/ 586260 h 1251082"/>
                <a:gd name="csX1" fmla="*/ 259187 w 259743"/>
                <a:gd name="csY1" fmla="*/ 650271 h 1251082"/>
                <a:gd name="csX2" fmla="*/ 0 w 259743"/>
                <a:gd name="csY2" fmla="*/ 467950 h 1251082"/>
                <a:gd name="csX0" fmla="*/ 3445 w 259743"/>
                <a:gd name="csY0" fmla="*/ 635356 h 1280250"/>
                <a:gd name="csX1" fmla="*/ 259187 w 259743"/>
                <a:gd name="csY1" fmla="*/ 650271 h 1280250"/>
                <a:gd name="csX2" fmla="*/ 0 w 259743"/>
                <a:gd name="csY2" fmla="*/ 467950 h 1280250"/>
                <a:gd name="csX0" fmla="*/ 3445 w 259599"/>
                <a:gd name="csY0" fmla="*/ 653996 h 1298890"/>
                <a:gd name="csX1" fmla="*/ 259187 w 259599"/>
                <a:gd name="csY1" fmla="*/ 668911 h 1298890"/>
                <a:gd name="csX2" fmla="*/ 0 w 259599"/>
                <a:gd name="csY2" fmla="*/ 486590 h 1298890"/>
                <a:gd name="csX0" fmla="*/ 0 w 256161"/>
                <a:gd name="csY0" fmla="*/ 645951 h 1290845"/>
                <a:gd name="csX1" fmla="*/ 255742 w 256161"/>
                <a:gd name="csY1" fmla="*/ 660866 h 1290845"/>
                <a:gd name="csX2" fmla="*/ 1018 w 256161"/>
                <a:gd name="csY2" fmla="*/ 490819 h 1290845"/>
                <a:gd name="csX0" fmla="*/ 0 w 256238"/>
                <a:gd name="csY0" fmla="*/ 701952 h 1346846"/>
                <a:gd name="csX1" fmla="*/ 255742 w 256238"/>
                <a:gd name="csY1" fmla="*/ 716867 h 1346846"/>
                <a:gd name="csX2" fmla="*/ 1018 w 256238"/>
                <a:gd name="csY2" fmla="*/ 546820 h 1346846"/>
                <a:gd name="csX0" fmla="*/ 0 w 256238"/>
                <a:gd name="csY0" fmla="*/ 701952 h 1275617"/>
                <a:gd name="csX1" fmla="*/ 255742 w 256238"/>
                <a:gd name="csY1" fmla="*/ 716867 h 1275617"/>
                <a:gd name="csX2" fmla="*/ 1018 w 256238"/>
                <a:gd name="csY2" fmla="*/ 546820 h 12756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6238" h="1275617">
                  <a:moveTo>
                    <a:pt x="0" y="701952"/>
                  </a:moveTo>
                  <a:cubicBezTo>
                    <a:pt x="52166" y="1623953"/>
                    <a:pt x="244167" y="1287885"/>
                    <a:pt x="255742" y="716867"/>
                  </a:cubicBezTo>
                  <a:cubicBezTo>
                    <a:pt x="267317" y="145849"/>
                    <a:pt x="73175" y="-476011"/>
                    <a:pt x="1018" y="54682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B39FA792-4AE3-79D8-1DA5-1E3EE9803B33}"/>
                </a:ext>
              </a:extLst>
            </p:cNvPr>
            <p:cNvSpPr/>
            <p:nvPr/>
          </p:nvSpPr>
          <p:spPr>
            <a:xfrm>
              <a:off x="8321070" y="2409944"/>
              <a:ext cx="598038" cy="3064028"/>
            </a:xfrm>
            <a:custGeom>
              <a:avLst/>
              <a:gdLst>
                <a:gd name="csX0" fmla="*/ 0 w 532842"/>
                <a:gd name="csY0" fmla="*/ 3426106 h 3426106"/>
                <a:gd name="csX1" fmla="*/ 532436 w 532842"/>
                <a:gd name="csY1" fmla="*/ 1655180 h 3426106"/>
                <a:gd name="csX2" fmla="*/ 69448 w 532842"/>
                <a:gd name="csY2" fmla="*/ 0 h 3426106"/>
                <a:gd name="csX0" fmla="*/ 157123 w 689771"/>
                <a:gd name="csY0" fmla="*/ 3266546 h 3266546"/>
                <a:gd name="csX1" fmla="*/ 689559 w 689771"/>
                <a:gd name="csY1" fmla="*/ 1495620 h 3266546"/>
                <a:gd name="csX2" fmla="*/ 0 w 689771"/>
                <a:gd name="csY2" fmla="*/ 0 h 3266546"/>
                <a:gd name="csX0" fmla="*/ 157123 w 689974"/>
                <a:gd name="csY0" fmla="*/ 3266546 h 3266546"/>
                <a:gd name="csX1" fmla="*/ 689559 w 689974"/>
                <a:gd name="csY1" fmla="*/ 1495620 h 3266546"/>
                <a:gd name="csX2" fmla="*/ 0 w 689974"/>
                <a:gd name="csY2" fmla="*/ 0 h 3266546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  <a:gd name="csX0" fmla="*/ 93400 w 689974"/>
                <a:gd name="csY0" fmla="*/ 3064028 h 3064028"/>
                <a:gd name="csX1" fmla="*/ 689559 w 689974"/>
                <a:gd name="csY1" fmla="*/ 1495620 h 3064028"/>
                <a:gd name="csX2" fmla="*/ 0 w 689974"/>
                <a:gd name="csY2" fmla="*/ 0 h 3064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89974" h="3064028">
                  <a:moveTo>
                    <a:pt x="93400" y="3064028"/>
                  </a:moveTo>
                  <a:cubicBezTo>
                    <a:pt x="545000" y="2500895"/>
                    <a:pt x="677984" y="2066638"/>
                    <a:pt x="689559" y="1495620"/>
                  </a:cubicBezTo>
                  <a:cubicBezTo>
                    <a:pt x="701134" y="924602"/>
                    <a:pt x="470933" y="388658"/>
                    <a:pt x="0" y="0"/>
                  </a:cubicBezTo>
                </a:path>
              </a:pathLst>
            </a:custGeom>
            <a:noFill/>
            <a:ln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</p:spTree>
    <p:extLst>
      <p:ext uri="{BB962C8B-B14F-4D97-AF65-F5344CB8AC3E}">
        <p14:creationId xmlns:p14="http://schemas.microsoft.com/office/powerpoint/2010/main" val="4398639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ughnut 1">
            <a:extLst>
              <a:ext uri="{FF2B5EF4-FFF2-40B4-BE49-F238E27FC236}">
                <a16:creationId xmlns:a16="http://schemas.microsoft.com/office/drawing/2014/main" id="{6D260114-3886-26DC-2103-39FBE1193968}"/>
              </a:ext>
            </a:extLst>
          </p:cNvPr>
          <p:cNvSpPr/>
          <p:nvPr/>
        </p:nvSpPr>
        <p:spPr>
          <a:xfrm>
            <a:off x="2291938" y="2030680"/>
            <a:ext cx="4678878" cy="1520043"/>
          </a:xfrm>
          <a:custGeom>
            <a:avLst/>
            <a:gdLst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45377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678878" h="4690754">
                <a:moveTo>
                  <a:pt x="0" y="2345377"/>
                </a:moveTo>
                <a:cubicBezTo>
                  <a:pt x="0" y="1050061"/>
                  <a:pt x="1047403" y="0"/>
                  <a:pt x="2339439" y="0"/>
                </a:cubicBezTo>
                <a:cubicBezTo>
                  <a:pt x="3631475" y="0"/>
                  <a:pt x="4678878" y="1050061"/>
                  <a:pt x="4678878" y="2345377"/>
                </a:cubicBezTo>
                <a:cubicBezTo>
                  <a:pt x="4678878" y="3640693"/>
                  <a:pt x="3631475" y="4690754"/>
                  <a:pt x="2339439" y="4690754"/>
                </a:cubicBezTo>
                <a:cubicBezTo>
                  <a:pt x="1047403" y="4690754"/>
                  <a:pt x="0" y="3640693"/>
                  <a:pt x="0" y="2345377"/>
                </a:cubicBezTo>
                <a:close/>
                <a:moveTo>
                  <a:pt x="599551" y="2345377"/>
                </a:moveTo>
                <a:cubicBezTo>
                  <a:pt x="575800" y="3570826"/>
                  <a:pt x="1759476" y="4087245"/>
                  <a:pt x="2339439" y="4091203"/>
                </a:cubicBezTo>
                <a:cubicBezTo>
                  <a:pt x="2919402" y="4095161"/>
                  <a:pt x="4079327" y="3594578"/>
                  <a:pt x="4079327" y="2369128"/>
                </a:cubicBezTo>
                <a:cubicBezTo>
                  <a:pt x="4079327" y="1131803"/>
                  <a:pt x="2919402" y="603509"/>
                  <a:pt x="2339439" y="599551"/>
                </a:cubicBezTo>
                <a:cubicBezTo>
                  <a:pt x="1759476" y="595593"/>
                  <a:pt x="623302" y="1119928"/>
                  <a:pt x="599551" y="2345377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7C2E2CC-BEE7-0332-A423-0DFD45A72539}"/>
              </a:ext>
            </a:extLst>
          </p:cNvPr>
          <p:cNvSpPr/>
          <p:nvPr/>
        </p:nvSpPr>
        <p:spPr>
          <a:xfrm>
            <a:off x="3253836" y="1401289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Doughnut 10">
            <a:extLst>
              <a:ext uri="{FF2B5EF4-FFF2-40B4-BE49-F238E27FC236}">
                <a16:creationId xmlns:a16="http://schemas.microsoft.com/office/drawing/2014/main" id="{F88BB4F2-B887-81E3-525F-B79EA3A7A5A3}"/>
              </a:ext>
            </a:extLst>
          </p:cNvPr>
          <p:cNvSpPr/>
          <p:nvPr/>
        </p:nvSpPr>
        <p:spPr>
          <a:xfrm>
            <a:off x="3691246" y="2470069"/>
            <a:ext cx="1902652" cy="663052"/>
          </a:xfrm>
          <a:custGeom>
            <a:avLst/>
            <a:gdLst>
              <a:gd name="connsiteX0" fmla="*/ 0 w 1890156"/>
              <a:gd name="connsiteY0" fmla="*/ 949037 h 1898074"/>
              <a:gd name="connsiteX1" fmla="*/ 945078 w 1890156"/>
              <a:gd name="connsiteY1" fmla="*/ 0 h 1898074"/>
              <a:gd name="connsiteX2" fmla="*/ 1890156 w 1890156"/>
              <a:gd name="connsiteY2" fmla="*/ 949037 h 1898074"/>
              <a:gd name="connsiteX3" fmla="*/ 945078 w 1890156"/>
              <a:gd name="connsiteY3" fmla="*/ 1898074 h 1898074"/>
              <a:gd name="connsiteX4" fmla="*/ 0 w 1890156"/>
              <a:gd name="connsiteY4" fmla="*/ 949037 h 1898074"/>
              <a:gd name="connsiteX5" fmla="*/ 242205 w 1890156"/>
              <a:gd name="connsiteY5" fmla="*/ 949037 h 1898074"/>
              <a:gd name="connsiteX6" fmla="*/ 945078 w 1890156"/>
              <a:gd name="connsiteY6" fmla="*/ 1655869 h 1898074"/>
              <a:gd name="connsiteX7" fmla="*/ 1647951 w 1890156"/>
              <a:gd name="connsiteY7" fmla="*/ 949037 h 1898074"/>
              <a:gd name="connsiteX8" fmla="*/ 945078 w 1890156"/>
              <a:gd name="connsiteY8" fmla="*/ 242205 h 1898074"/>
              <a:gd name="connsiteX9" fmla="*/ 242205 w 1890156"/>
              <a:gd name="connsiteY9" fmla="*/ 949037 h 1898074"/>
              <a:gd name="connsiteX0" fmla="*/ 0 w 1902032"/>
              <a:gd name="connsiteY0" fmla="*/ 949043 h 1898087"/>
              <a:gd name="connsiteX1" fmla="*/ 945078 w 1902032"/>
              <a:gd name="connsiteY1" fmla="*/ 6 h 1898087"/>
              <a:gd name="connsiteX2" fmla="*/ 1902032 w 1902032"/>
              <a:gd name="connsiteY2" fmla="*/ 960919 h 1898087"/>
              <a:gd name="connsiteX3" fmla="*/ 945078 w 1902032"/>
              <a:gd name="connsiteY3" fmla="*/ 1898080 h 1898087"/>
              <a:gd name="connsiteX4" fmla="*/ 0 w 1902032"/>
              <a:gd name="connsiteY4" fmla="*/ 949043 h 1898087"/>
              <a:gd name="connsiteX5" fmla="*/ 242205 w 1902032"/>
              <a:gd name="connsiteY5" fmla="*/ 949043 h 1898087"/>
              <a:gd name="connsiteX6" fmla="*/ 945078 w 1902032"/>
              <a:gd name="connsiteY6" fmla="*/ 1655875 h 1898087"/>
              <a:gd name="connsiteX7" fmla="*/ 1647951 w 1902032"/>
              <a:gd name="connsiteY7" fmla="*/ 949043 h 1898087"/>
              <a:gd name="connsiteX8" fmla="*/ 945078 w 1902032"/>
              <a:gd name="connsiteY8" fmla="*/ 242211 h 1898087"/>
              <a:gd name="connsiteX9" fmla="*/ 242205 w 1902032"/>
              <a:gd name="connsiteY9" fmla="*/ 949043 h 1898087"/>
              <a:gd name="connsiteX0" fmla="*/ 0 w 1902652"/>
              <a:gd name="connsiteY0" fmla="*/ 949043 h 1898093"/>
              <a:gd name="connsiteX1" fmla="*/ 945078 w 1902652"/>
              <a:gd name="connsiteY1" fmla="*/ 6 h 1898093"/>
              <a:gd name="connsiteX2" fmla="*/ 1902032 w 1902652"/>
              <a:gd name="connsiteY2" fmla="*/ 960919 h 1898093"/>
              <a:gd name="connsiteX3" fmla="*/ 945078 w 1902652"/>
              <a:gd name="connsiteY3" fmla="*/ 1898080 h 1898093"/>
              <a:gd name="connsiteX4" fmla="*/ 0 w 1902652"/>
              <a:gd name="connsiteY4" fmla="*/ 949043 h 1898093"/>
              <a:gd name="connsiteX5" fmla="*/ 242205 w 1902652"/>
              <a:gd name="connsiteY5" fmla="*/ 949043 h 1898093"/>
              <a:gd name="connsiteX6" fmla="*/ 945078 w 1902652"/>
              <a:gd name="connsiteY6" fmla="*/ 1655875 h 1898093"/>
              <a:gd name="connsiteX7" fmla="*/ 1647951 w 1902652"/>
              <a:gd name="connsiteY7" fmla="*/ 949043 h 1898093"/>
              <a:gd name="connsiteX8" fmla="*/ 945078 w 1902652"/>
              <a:gd name="connsiteY8" fmla="*/ 242211 h 1898093"/>
              <a:gd name="connsiteX9" fmla="*/ 242205 w 1902652"/>
              <a:gd name="connsiteY9" fmla="*/ 949043 h 1898093"/>
              <a:gd name="connsiteX0" fmla="*/ 0 w 1902652"/>
              <a:gd name="connsiteY0" fmla="*/ 949048 h 1898098"/>
              <a:gd name="connsiteX1" fmla="*/ 945078 w 1902652"/>
              <a:gd name="connsiteY1" fmla="*/ 11 h 1898098"/>
              <a:gd name="connsiteX2" fmla="*/ 1902032 w 1902652"/>
              <a:gd name="connsiteY2" fmla="*/ 960924 h 1898098"/>
              <a:gd name="connsiteX3" fmla="*/ 945078 w 1902652"/>
              <a:gd name="connsiteY3" fmla="*/ 1898085 h 1898098"/>
              <a:gd name="connsiteX4" fmla="*/ 0 w 1902652"/>
              <a:gd name="connsiteY4" fmla="*/ 949048 h 1898098"/>
              <a:gd name="connsiteX5" fmla="*/ 242205 w 1902652"/>
              <a:gd name="connsiteY5" fmla="*/ 949048 h 1898098"/>
              <a:gd name="connsiteX6" fmla="*/ 945078 w 1902652"/>
              <a:gd name="connsiteY6" fmla="*/ 1655880 h 1898098"/>
              <a:gd name="connsiteX7" fmla="*/ 1647951 w 1902652"/>
              <a:gd name="connsiteY7" fmla="*/ 949048 h 1898098"/>
              <a:gd name="connsiteX8" fmla="*/ 945078 w 1902652"/>
              <a:gd name="connsiteY8" fmla="*/ 242216 h 1898098"/>
              <a:gd name="connsiteX9" fmla="*/ 242205 w 1902652"/>
              <a:gd name="connsiteY9" fmla="*/ 949048 h 1898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02652" h="1898098">
                <a:moveTo>
                  <a:pt x="0" y="949048"/>
                </a:moveTo>
                <a:cubicBezTo>
                  <a:pt x="0" y="258655"/>
                  <a:pt x="628073" y="-1968"/>
                  <a:pt x="945078" y="11"/>
                </a:cubicBezTo>
                <a:cubicBezTo>
                  <a:pt x="1262083" y="1990"/>
                  <a:pt x="1878281" y="234905"/>
                  <a:pt x="1902032" y="960924"/>
                </a:cubicBezTo>
                <a:cubicBezTo>
                  <a:pt x="1925783" y="1686943"/>
                  <a:pt x="1262083" y="1900064"/>
                  <a:pt x="945078" y="1898085"/>
                </a:cubicBezTo>
                <a:cubicBezTo>
                  <a:pt x="628073" y="1896106"/>
                  <a:pt x="0" y="1639441"/>
                  <a:pt x="0" y="949048"/>
                </a:cubicBezTo>
                <a:close/>
                <a:moveTo>
                  <a:pt x="242205" y="949048"/>
                </a:moveTo>
                <a:cubicBezTo>
                  <a:pt x="242205" y="1339421"/>
                  <a:pt x="556892" y="1655880"/>
                  <a:pt x="945078" y="1655880"/>
                </a:cubicBezTo>
                <a:cubicBezTo>
                  <a:pt x="1333264" y="1655880"/>
                  <a:pt x="1647951" y="1339421"/>
                  <a:pt x="1647951" y="949048"/>
                </a:cubicBezTo>
                <a:cubicBezTo>
                  <a:pt x="1647951" y="558675"/>
                  <a:pt x="1333264" y="242216"/>
                  <a:pt x="945078" y="242216"/>
                </a:cubicBezTo>
                <a:cubicBezTo>
                  <a:pt x="556892" y="242216"/>
                  <a:pt x="242205" y="558675"/>
                  <a:pt x="242205" y="949048"/>
                </a:cubicBezTo>
                <a:close/>
              </a:path>
            </a:pathLst>
          </a:custGeom>
          <a:solidFill>
            <a:srgbClr val="FF0000">
              <a:alpha val="20946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209825A-A02C-5691-8B87-EFF57FEF4894}"/>
              </a:ext>
            </a:extLst>
          </p:cNvPr>
          <p:cNvCxnSpPr>
            <a:cxnSpLocks/>
          </p:cNvCxnSpPr>
          <p:nvPr/>
        </p:nvCxnSpPr>
        <p:spPr>
          <a:xfrm flipH="1">
            <a:off x="6092042" y="1661615"/>
            <a:ext cx="755012" cy="5234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CB2E8E1-D0FE-607A-E278-90EDA30C7F3B}"/>
              </a:ext>
            </a:extLst>
          </p:cNvPr>
          <p:cNvCxnSpPr>
            <a:cxnSpLocks/>
          </p:cNvCxnSpPr>
          <p:nvPr/>
        </p:nvCxnSpPr>
        <p:spPr>
          <a:xfrm flipH="1">
            <a:off x="5591051" y="2394914"/>
            <a:ext cx="1857375" cy="4000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/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𝑐𝑡𝑒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/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blipFill>
                <a:blip r:embed="rId3"/>
                <a:stretch>
                  <a:fillRect l="-4082" r="-4082"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ADC45D8A-A86F-1DBF-117F-40B587CF816E}"/>
              </a:ext>
            </a:extLst>
          </p:cNvPr>
          <p:cNvGrpSpPr/>
          <p:nvPr/>
        </p:nvGrpSpPr>
        <p:grpSpPr>
          <a:xfrm>
            <a:off x="3228110" y="4298867"/>
            <a:ext cx="476989" cy="164275"/>
            <a:chOff x="2325585" y="5248894"/>
            <a:chExt cx="476989" cy="1642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2BC8A22-EC2C-5FC6-D696-FBF253C4F54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9BCCF8D-3A56-C04F-C22F-F10FB84F3C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509A30E-7E55-A568-C1F6-E73046F0A0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9DDCD48-3A40-4260-7727-920E4A04C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Arc 9">
            <a:extLst>
              <a:ext uri="{FF2B5EF4-FFF2-40B4-BE49-F238E27FC236}">
                <a16:creationId xmlns:a16="http://schemas.microsoft.com/office/drawing/2014/main" id="{0AA4EA74-235D-EE5E-6412-0ECA23020E17}"/>
              </a:ext>
            </a:extLst>
          </p:cNvPr>
          <p:cNvSpPr/>
          <p:nvPr/>
        </p:nvSpPr>
        <p:spPr>
          <a:xfrm>
            <a:off x="3443843" y="346759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085054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05A78-7D09-3541-126B-9D35F04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B36850BF-162B-DCE4-8516-FF015526DCB7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AC6AD92-7995-4551-D626-EA2FABCB0B7A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1ACBD55-29E9-2C23-ADD8-E586196FD1D8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B534E8-6CBB-B654-7F98-E1425C3A9DEB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2B47E9-EE2D-8249-0691-CC8E4FDF0769}"/>
              </a:ext>
            </a:extLst>
          </p:cNvPr>
          <p:cNvSpPr txBox="1"/>
          <p:nvPr/>
        </p:nvSpPr>
        <p:spPr>
          <a:xfrm>
            <a:off x="3548111" y="2905055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EE93F2CD-93BF-5CBC-2484-4AED71C8A222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12F179AD-A8CF-85F8-FAC6-D916DA73385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7277444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F113F-E0F4-DB94-6594-2C99C6E6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F91D499D-EB81-2FAB-8F86-2A401CDF1FFC}"/>
              </a:ext>
            </a:extLst>
          </p:cNvPr>
          <p:cNvSpPr txBox="1"/>
          <p:nvPr/>
        </p:nvSpPr>
        <p:spPr>
          <a:xfrm>
            <a:off x="2166198" y="1886667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C2C59F-1A06-CD71-F728-631EF8B739D9}"/>
              </a:ext>
            </a:extLst>
          </p:cNvPr>
          <p:cNvSpPr txBox="1"/>
          <p:nvPr/>
        </p:nvSpPr>
        <p:spPr>
          <a:xfrm>
            <a:off x="2161121" y="179364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297E46B-E2E5-41E3-2571-FC97CFC97E79}"/>
              </a:ext>
            </a:extLst>
          </p:cNvPr>
          <p:cNvSpPr/>
          <p:nvPr/>
        </p:nvSpPr>
        <p:spPr>
          <a:xfrm rot="19898773">
            <a:off x="2487835" y="2638674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E48170-B536-9466-A524-35FB7E94CE69}"/>
              </a:ext>
            </a:extLst>
          </p:cNvPr>
          <p:cNvCxnSpPr>
            <a:cxnSpLocks/>
          </p:cNvCxnSpPr>
          <p:nvPr/>
        </p:nvCxnSpPr>
        <p:spPr>
          <a:xfrm rot="19898773" flipV="1">
            <a:off x="2889563" y="2021609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D5937DA5-B7EF-C550-8EE1-B553264B90BD}"/>
              </a:ext>
            </a:extLst>
          </p:cNvPr>
          <p:cNvSpPr/>
          <p:nvPr/>
        </p:nvSpPr>
        <p:spPr>
          <a:xfrm rot="19898773">
            <a:off x="2411608" y="2902458"/>
            <a:ext cx="2128837" cy="1348743"/>
          </a:xfrm>
          <a:prstGeom prst="arc">
            <a:avLst>
              <a:gd name="adj1" fmla="val 1278982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7E952548-FC50-BB72-6807-DA2AC650D8A8}"/>
              </a:ext>
            </a:extLst>
          </p:cNvPr>
          <p:cNvSpPr/>
          <p:nvPr/>
        </p:nvSpPr>
        <p:spPr>
          <a:xfrm rot="19898773">
            <a:off x="2624166" y="2287720"/>
            <a:ext cx="549966" cy="407799"/>
          </a:xfrm>
          <a:prstGeom prst="arc">
            <a:avLst>
              <a:gd name="adj1" fmla="val 1490579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3159A8-EFB5-1CC5-D869-9191CE959BEA}"/>
              </a:ext>
            </a:extLst>
          </p:cNvPr>
          <p:cNvCxnSpPr>
            <a:cxnSpLocks/>
          </p:cNvCxnSpPr>
          <p:nvPr/>
        </p:nvCxnSpPr>
        <p:spPr>
          <a:xfrm flipV="1">
            <a:off x="3531502" y="629391"/>
            <a:ext cx="0" cy="3040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380C8A2-3BC5-6AEF-1DD3-6F1827C3CDF0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655789D-AF63-864B-898A-CEE279DB157E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8E979E-52E1-C7E4-1C4F-30E958AD4417}"/>
              </a:ext>
            </a:extLst>
          </p:cNvPr>
          <p:cNvCxnSpPr>
            <a:cxnSpLocks/>
          </p:cNvCxnSpPr>
          <p:nvPr/>
        </p:nvCxnSpPr>
        <p:spPr>
          <a:xfrm flipH="1">
            <a:off x="2636322" y="1413164"/>
            <a:ext cx="890649" cy="688769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796D4F4-4BE7-0F5D-0F7E-344FC2405605}"/>
              </a:ext>
            </a:extLst>
          </p:cNvPr>
          <p:cNvCxnSpPr>
            <a:cxnSpLocks/>
          </p:cNvCxnSpPr>
          <p:nvPr/>
        </p:nvCxnSpPr>
        <p:spPr>
          <a:xfrm>
            <a:off x="2648770" y="2072243"/>
            <a:ext cx="0" cy="2262250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8C541FA-990D-5E6E-CB42-49381EDD429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A68ABB-374E-B843-9644-823F05F7EC21}"/>
              </a:ext>
            </a:extLst>
          </p:cNvPr>
          <p:cNvSpPr txBox="1"/>
          <p:nvPr/>
        </p:nvSpPr>
        <p:spPr>
          <a:xfrm>
            <a:off x="4921692" y="304359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5E0D64-B109-0734-4510-0F606EBC0E8F}"/>
              </a:ext>
            </a:extLst>
          </p:cNvPr>
          <p:cNvSpPr txBox="1"/>
          <p:nvPr/>
        </p:nvSpPr>
        <p:spPr>
          <a:xfrm>
            <a:off x="3625303" y="524050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1D099A-4CBC-1BDC-7E29-B3E7B409C7FF}"/>
              </a:ext>
            </a:extLst>
          </p:cNvPr>
          <p:cNvSpPr txBox="1"/>
          <p:nvPr/>
        </p:nvSpPr>
        <p:spPr>
          <a:xfrm>
            <a:off x="3643114" y="272692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644246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2CEAE-803B-E769-BC95-8B99D862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DAC2E50C-149F-99C1-CC75-2014F4A30FD1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95F96C8-3F88-3E89-B636-3C5F3ACB2EB7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07B801B-CE07-ECB5-0509-057F1A8D0066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1942EF-47A3-FFD8-167C-3728FAEABCDA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E6CA52D-2C16-AB16-F813-B2B0E5CD9CDF}"/>
              </a:ext>
            </a:extLst>
          </p:cNvPr>
          <p:cNvSpPr txBox="1"/>
          <p:nvPr/>
        </p:nvSpPr>
        <p:spPr>
          <a:xfrm>
            <a:off x="2716838" y="278630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FBA5D931-7317-A7CF-E89B-5272F1A81E43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38AE8036-DBE2-1AB2-C3B3-5D24E21ED151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BCFEFB-1B39-C2A1-F1A7-EA135889A4BF}"/>
              </a:ext>
            </a:extLst>
          </p:cNvPr>
          <p:cNvCxnSpPr>
            <a:cxnSpLocks/>
          </p:cNvCxnSpPr>
          <p:nvPr/>
        </p:nvCxnSpPr>
        <p:spPr>
          <a:xfrm>
            <a:off x="4948357" y="3688373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Block Arc 36">
            <a:extLst>
              <a:ext uri="{FF2B5EF4-FFF2-40B4-BE49-F238E27FC236}">
                <a16:creationId xmlns:a16="http://schemas.microsoft.com/office/drawing/2014/main" id="{699C25B6-ED7C-639B-39A6-5B75B8BE3240}"/>
              </a:ext>
            </a:extLst>
          </p:cNvPr>
          <p:cNvSpPr/>
          <p:nvPr/>
        </p:nvSpPr>
        <p:spPr>
          <a:xfrm>
            <a:off x="6264423" y="3070748"/>
            <a:ext cx="640063" cy="647564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71B5A7-5711-56C6-99BB-588436C3F27A}"/>
              </a:ext>
            </a:extLst>
          </p:cNvPr>
          <p:cNvSpPr txBox="1"/>
          <p:nvPr/>
        </p:nvSpPr>
        <p:spPr>
          <a:xfrm>
            <a:off x="7033443" y="2876179"/>
            <a:ext cx="9765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</a:t>
            </a:r>
            <a:r>
              <a:rPr lang="en-ES" sz="3200" dirty="0"/>
              <a:t>·dθ</a:t>
            </a:r>
            <a:endParaRPr lang="en-E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919D8A-2D82-853A-F0E7-E5F307E05B55}"/>
              </a:ext>
            </a:extLst>
          </p:cNvPr>
          <p:cNvSpPr txBox="1"/>
          <p:nvPr/>
        </p:nvSpPr>
        <p:spPr>
          <a:xfrm>
            <a:off x="6443381" y="3802298"/>
            <a:ext cx="21651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a·sin(θ)</a:t>
            </a:r>
            <a:r>
              <a:rPr lang="en-ES" sz="3200" dirty="0"/>
              <a:t>wdt</a:t>
            </a:r>
            <a:endParaRPr lang="en-ES" dirty="0"/>
          </a:p>
        </p:txBody>
      </p:sp>
      <p:sp>
        <p:nvSpPr>
          <p:cNvPr id="41" name="Left Bracket 40">
            <a:extLst>
              <a:ext uri="{FF2B5EF4-FFF2-40B4-BE49-F238E27FC236}">
                <a16:creationId xmlns:a16="http://schemas.microsoft.com/office/drawing/2014/main" id="{B950CEED-98CE-6564-2185-3E91CCC45076}"/>
              </a:ext>
            </a:extLst>
          </p:cNvPr>
          <p:cNvSpPr/>
          <p:nvPr/>
        </p:nvSpPr>
        <p:spPr>
          <a:xfrm rot="15255333">
            <a:off x="6642990" y="3562481"/>
            <a:ext cx="191984" cy="48820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EE8650C3-A8CE-16B9-234C-B1910F6185AD}"/>
              </a:ext>
            </a:extLst>
          </p:cNvPr>
          <p:cNvSpPr/>
          <p:nvPr/>
        </p:nvSpPr>
        <p:spPr>
          <a:xfrm rot="8985613">
            <a:off x="6794390" y="2939124"/>
            <a:ext cx="207845" cy="60783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Block Arc 36">
            <a:extLst>
              <a:ext uri="{FF2B5EF4-FFF2-40B4-BE49-F238E27FC236}">
                <a16:creationId xmlns:a16="http://schemas.microsoft.com/office/drawing/2014/main" id="{442B4252-5E0B-CFD8-62D9-0955CAD38200}"/>
              </a:ext>
            </a:extLst>
          </p:cNvPr>
          <p:cNvSpPr/>
          <p:nvPr/>
        </p:nvSpPr>
        <p:spPr>
          <a:xfrm>
            <a:off x="3662740" y="3102425"/>
            <a:ext cx="321434" cy="365512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8786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98CF618-67E6-E88E-6E5D-D7F37B7417AD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19D1E0-E637-FD68-D259-5330D1C7C53B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85EE595-C4CF-9E3A-E5EC-CCAA42C55236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F9FA61-65B6-A9BE-64FF-38506F2F73BA}"/>
              </a:ext>
            </a:extLst>
          </p:cNvPr>
          <p:cNvGrpSpPr/>
          <p:nvPr/>
        </p:nvGrpSpPr>
        <p:grpSpPr>
          <a:xfrm>
            <a:off x="4544645" y="2543235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AF5C57-429F-361C-E714-C26CDEEAF869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04D5674-AF1B-A1C9-ECF9-CEEE7DCFAABE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1BE37D-5A70-798F-4C8D-ECDEDDC55F69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90183F7-92BD-7F6D-D549-A220E9341283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33FD450-5138-3ED8-7308-0A2AF61D4533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8125F11-F569-6A59-2C41-49515248CB3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E48CE07-B300-1B61-EB27-CACA9BD82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B50EB88E-7859-E45F-E149-21CC3FB3F9E2}"/>
              </a:ext>
            </a:extLst>
          </p:cNvPr>
          <p:cNvSpPr/>
          <p:nvPr/>
        </p:nvSpPr>
        <p:spPr>
          <a:xfrm>
            <a:off x="4168878" y="2910348"/>
            <a:ext cx="884903" cy="943897"/>
          </a:xfrm>
          <a:prstGeom prst="arc">
            <a:avLst>
              <a:gd name="adj1" fmla="val 5982391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65E1266-C062-86C0-1629-B54C020D5F3B}"/>
              </a:ext>
            </a:extLst>
          </p:cNvPr>
          <p:cNvGrpSpPr/>
          <p:nvPr/>
        </p:nvGrpSpPr>
        <p:grpSpPr>
          <a:xfrm>
            <a:off x="3881141" y="3557710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48322A-55D3-5F3D-1BE9-269CE4BDE6B4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A4CDA7-4619-99EA-BE9F-FD86E4E15DAD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A08ECB2-1E41-81C7-231B-6367295A4775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3E569A2-B9A6-590E-F81F-0EA0CC5E9E09}"/>
              </a:ext>
            </a:extLst>
          </p:cNvPr>
          <p:cNvSpPr txBox="1"/>
          <p:nvPr/>
        </p:nvSpPr>
        <p:spPr>
          <a:xfrm>
            <a:off x="5403064" y="331262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A3F45C7-5C79-62C5-6080-958836591EA5}"/>
              </a:ext>
            </a:extLst>
          </p:cNvPr>
          <p:cNvGrpSpPr/>
          <p:nvPr/>
        </p:nvGrpSpPr>
        <p:grpSpPr>
          <a:xfrm rot="16200000">
            <a:off x="4105538" y="306063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2DF7FD51-7DC9-0A24-568F-BA86D2084702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51C1FF3-8EED-27CC-2943-B6A22BE0F1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52322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FA17-D7DE-197B-A98A-02D16D7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54F5996E-A09A-9140-A28E-CC5CE126D062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017A06-858A-2D40-E6B0-5906B185DF60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5C208B3-1944-38E3-30E6-699659D69A83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8467976-F3FB-D97E-E50A-5341E3C12A30}"/>
              </a:ext>
            </a:extLst>
          </p:cNvPr>
          <p:cNvGrpSpPr/>
          <p:nvPr/>
        </p:nvGrpSpPr>
        <p:grpSpPr>
          <a:xfrm>
            <a:off x="3305781" y="2267931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8579E6-8D48-141F-9693-1D163D20911F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6F4B1-16F3-3EEE-305B-0F9C76CA9C8C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421AFD-FBA9-DD81-5210-A708092C3176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68F4A96-7FEC-0AD3-980B-1D72816A1A30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FFAA6-D219-43DC-FCE2-7740046D2A14}"/>
              </a:ext>
            </a:extLst>
          </p:cNvPr>
          <p:cNvGrpSpPr/>
          <p:nvPr/>
        </p:nvGrpSpPr>
        <p:grpSpPr>
          <a:xfrm rot="10800000">
            <a:off x="3899063" y="241170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CCF7401-39EA-B490-F5C2-56459319C94C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AEF500A-C44D-8613-311F-A9107E37CC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8296227-0D6D-5AB0-1A79-C6538BBEAA0D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6995C07F-43C3-9716-72AA-62DACF828111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B28B97E-7A29-03EE-D45C-70B19238A5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4FF0BFB-C398-6CD4-5CF5-0C515D8C4DCA}"/>
              </a:ext>
            </a:extLst>
          </p:cNvPr>
          <p:cNvSpPr/>
          <p:nvPr/>
        </p:nvSpPr>
        <p:spPr>
          <a:xfrm rot="16200000">
            <a:off x="3746091" y="2153263"/>
            <a:ext cx="884903" cy="943897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E5E8A9-6A7D-CA6A-634C-91FC4C1A39C6}"/>
              </a:ext>
            </a:extLst>
          </p:cNvPr>
          <p:cNvGrpSpPr/>
          <p:nvPr/>
        </p:nvGrpSpPr>
        <p:grpSpPr>
          <a:xfrm>
            <a:off x="4313763" y="2830123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CE81C5E-8383-9A97-1406-8D3C3359E315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7278A0-1CF2-8117-039F-332086CA18F0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CAF3B6A-3082-5DE1-5786-0CF7784292FE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304AAD2-3EEE-1D27-3F97-DD14489F00E3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996750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90B4-942F-BC6C-202B-5807F96D0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01E9098B-4402-EFA1-A8E4-E0D5206EF738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AE3A28-0C83-B435-D5D9-8164278D6788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31DB57-FF2F-EC89-8458-113127576B3C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EA514AE-BF2B-0183-13F6-FCFF8DEE1BFD}"/>
              </a:ext>
            </a:extLst>
          </p:cNvPr>
          <p:cNvGrpSpPr/>
          <p:nvPr/>
        </p:nvGrpSpPr>
        <p:grpSpPr>
          <a:xfrm>
            <a:off x="3217292" y="3398640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AB77C36-811A-0C3E-0265-091A51249BE0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11EE719-7C87-5EE8-C9FB-47D506BFEF35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B98C3-A253-144B-4478-60BD4E599472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AE021A7-41ED-1D59-BB61-425AC757F7DB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07B4E88-9B5B-B627-9215-67CD0A70FD89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E6751F-48A5-59D9-97A1-28596F817E9A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FE66DF8-9B3F-AAD9-C90D-0C78474702F9}"/>
              </a:ext>
            </a:extLst>
          </p:cNvPr>
          <p:cNvGrpSpPr/>
          <p:nvPr/>
        </p:nvGrpSpPr>
        <p:grpSpPr>
          <a:xfrm rot="10800000">
            <a:off x="3889232" y="3758721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B6DA7E1C-9804-ECD3-46A8-68886C8AF34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1FCB5B3-41D6-E7C0-2449-9DAFE1A850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845AE0-8DB7-C2DD-7E08-93DA231B27F5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CAFA6C45-0C29-0CCE-2FE3-2D5C03B11D05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767FADB-4121-F438-8478-A2998DE46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3AF417C1-3332-DB48-0A0D-5787D156854E}"/>
              </a:ext>
            </a:extLst>
          </p:cNvPr>
          <p:cNvSpPr/>
          <p:nvPr/>
        </p:nvSpPr>
        <p:spPr>
          <a:xfrm rot="16200000" flipV="1">
            <a:off x="3741175" y="3515030"/>
            <a:ext cx="884903" cy="875070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D074534-2B2A-7B9C-BADD-0E48ED560949}"/>
              </a:ext>
            </a:extLst>
          </p:cNvPr>
          <p:cNvGrpSpPr/>
          <p:nvPr/>
        </p:nvGrpSpPr>
        <p:grpSpPr>
          <a:xfrm>
            <a:off x="3605842" y="4245968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FA2F43-A54B-C9C0-6A75-238E7D5BA0F1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F1F81F6-36FC-B9D5-E79F-4D71E3963A3A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9630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D68F618-2B2C-6981-20FA-6D8D580FB234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D4E23A1-9713-313A-34BA-D145534CF0D5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740B773-6C32-B3B7-6981-63592BBC4F42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CDA2BF8-B349-BB28-2DA2-2BAC14FA4935}"/>
              </a:ext>
            </a:extLst>
          </p:cNvPr>
          <p:cNvSpPr txBox="1"/>
          <p:nvPr/>
        </p:nvSpPr>
        <p:spPr>
          <a:xfrm>
            <a:off x="500062" y="2328863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fmm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33B74C-2C69-3E24-E8A0-1E527DAFF4E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7C1F8C-9909-7763-8B44-11F86F7A134F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B1AFDCE5-CC90-1CAE-7ADF-FC9C9A0C71D9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42D1CDB-DDB1-241F-BEBE-56457FD24D3B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E1391524-B8CB-FB4B-2D6E-38066110C156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3E42462-F366-D604-AB1C-48F61F2E48C9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4E7B425-AB1A-BE65-7727-A35EE5AAAE5D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23AFDD-507F-9629-781C-763537465D3D}"/>
              </a:ext>
            </a:extLst>
          </p:cNvPr>
          <p:cNvSpPr txBox="1"/>
          <p:nvPr/>
        </p:nvSpPr>
        <p:spPr>
          <a:xfrm>
            <a:off x="3742796" y="284532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394010-775A-3372-0B7D-630379F1D856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23655522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D2198-3F92-BF71-7B93-4F668D31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D9FC555-6949-C638-AFC4-EB687F27CE59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1DD9253-7AEC-3726-4686-96B5C8A30228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1AFB512-8EFC-43A3-90E5-F9C0223D0A0A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9B6A099-3EB7-2190-7947-DE6CA1A58E05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02A17F-700F-3191-B5FD-5183378F9AA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BA8FE9-5043-9A54-8AA2-94614F05CBFD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007F7A44-F27E-F324-940D-B5601D47B535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F67D3F4A-69C1-BE8F-4EDD-5A10AD22898D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D34456C-4793-EA82-391D-FA0BB9C12DB9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D7B5EB-28DE-382A-7ACF-057D7CDB60AE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4F033C7-45C9-B572-C226-9CE714C00564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DA1606-C641-420B-AEA8-EFE7FB26D782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1DC6C7-41ED-BB3A-6195-A95CE20370D2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39807872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FBEA0-20A1-3DAF-5302-36E9CD803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535B6B9-7D5B-A83E-9508-46C6221B982C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A4DD5BE-F6F6-66B9-5750-3DDE3A53E4FC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B582E26-687D-9766-2582-2D0C0092842E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7CA5454-0258-3EAF-A0AC-4B84EA1E37E0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8AC69-4D69-0C62-BE33-6254F1124399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947B2-8BF8-EA93-F275-AF67024DBF45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A9DB73C6-1EB7-25BD-49CA-A6795E78E97D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A3C3340F-0CCB-06C4-3079-FAAAA6F9536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A2B6AAC-7158-8E80-E822-332545DBF8AE}"/>
              </a:ext>
            </a:extLst>
          </p:cNvPr>
          <p:cNvCxnSpPr>
            <a:cxnSpLocks/>
            <a:stCxn id="3" idx="4"/>
            <a:endCxn id="2" idx="2"/>
          </p:cNvCxnSpPr>
          <p:nvPr/>
        </p:nvCxnSpPr>
        <p:spPr>
          <a:xfrm rot="16200000" flipH="1">
            <a:off x="1616000" y="2884563"/>
            <a:ext cx="2159001" cy="1761974"/>
          </a:xfrm>
          <a:prstGeom prst="bentConnector3">
            <a:avLst>
              <a:gd name="adj1" fmla="val 110588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272A8E-5C3D-4415-9703-86C43CBA6007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E4E778-C39A-A06B-4BC4-4505E3309CF3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5FF090-EB57-4BA7-42F5-71EA5965D1E4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9B76A4-52DA-ECEF-34C7-97F1055250F9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E81064-6EA6-DB58-0C8E-CC5689425E82}"/>
              </a:ext>
            </a:extLst>
          </p:cNvPr>
          <p:cNvSpPr/>
          <p:nvPr/>
        </p:nvSpPr>
        <p:spPr>
          <a:xfrm>
            <a:off x="3462187" y="398780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50DF7D-CEE4-B040-78D8-CE266FFCFE57}"/>
              </a:ext>
            </a:extLst>
          </p:cNvPr>
          <p:cNvSpPr txBox="1"/>
          <p:nvPr/>
        </p:nvSpPr>
        <p:spPr>
          <a:xfrm>
            <a:off x="3743704" y="410897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A39BE957-36A3-94E5-FF2B-C128E8AA134D}"/>
              </a:ext>
            </a:extLst>
          </p:cNvPr>
          <p:cNvCxnSpPr>
            <a:cxnSpLocks/>
            <a:stCxn id="8" idx="2"/>
            <a:endCxn id="2" idx="0"/>
          </p:cNvCxnSpPr>
          <p:nvPr/>
        </p:nvCxnSpPr>
        <p:spPr>
          <a:xfrm rot="16200000" flipH="1">
            <a:off x="3372833" y="3784147"/>
            <a:ext cx="406400" cy="90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58034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69BF337D-EA75-3925-E4A3-E880F1C5DAA8}"/>
              </a:ext>
            </a:extLst>
          </p:cNvPr>
          <p:cNvSpPr/>
          <p:nvPr/>
        </p:nvSpPr>
        <p:spPr>
          <a:xfrm>
            <a:off x="1854926" y="2325187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3FFE019-C95B-7E0B-0EDE-E17C6546DA49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EA69FE5-6D60-297D-1D72-EEF8E6103EF4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0BEAF7-2781-3033-B6C1-DDA59E935348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3E9C6253-2541-04DC-7405-4FF50FD0753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69ED83-CED1-35D0-3DFA-53C73314CF6B}"/>
              </a:ext>
            </a:extLst>
          </p:cNvPr>
          <p:cNvSpPr/>
          <p:nvPr/>
        </p:nvSpPr>
        <p:spPr>
          <a:xfrm>
            <a:off x="4091840" y="294468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9857C0-9DF4-CDA3-F5FC-6F1973D7E553}"/>
              </a:ext>
            </a:extLst>
          </p:cNvPr>
          <p:cNvSpPr txBox="1"/>
          <p:nvPr/>
        </p:nvSpPr>
        <p:spPr>
          <a:xfrm>
            <a:off x="4170616" y="240910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46EDA9-5516-4D43-A0F5-17EA4C05CDE8}"/>
              </a:ext>
            </a:extLst>
          </p:cNvPr>
          <p:cNvCxnSpPr>
            <a:cxnSpLocks/>
          </p:cNvCxnSpPr>
          <p:nvPr/>
        </p:nvCxnSpPr>
        <p:spPr>
          <a:xfrm flipV="1">
            <a:off x="4599994" y="1261396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7414622-5173-3375-A1F6-0E6E8F5F6FFF}"/>
              </a:ext>
            </a:extLst>
          </p:cNvPr>
          <p:cNvSpPr txBox="1"/>
          <p:nvPr/>
        </p:nvSpPr>
        <p:spPr>
          <a:xfrm>
            <a:off x="4569896" y="1428608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7DA116-F954-7659-D86E-E59874B105C6}"/>
              </a:ext>
            </a:extLst>
          </p:cNvPr>
          <p:cNvSpPr txBox="1"/>
          <p:nvPr/>
        </p:nvSpPr>
        <p:spPr>
          <a:xfrm>
            <a:off x="4608659" y="129748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5BA3CC-9B55-F5E2-BD51-80E29532911D}"/>
              </a:ext>
            </a:extLst>
          </p:cNvPr>
          <p:cNvCxnSpPr>
            <a:cxnSpLocks/>
          </p:cNvCxnSpPr>
          <p:nvPr/>
        </p:nvCxnSpPr>
        <p:spPr>
          <a:xfrm>
            <a:off x="3335383" y="2856411"/>
            <a:ext cx="731520" cy="148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D1C3BD5-27B4-0095-A765-DE987B347652}"/>
              </a:ext>
            </a:extLst>
          </p:cNvPr>
          <p:cNvSpPr txBox="1"/>
          <p:nvPr/>
        </p:nvSpPr>
        <p:spPr>
          <a:xfrm>
            <a:off x="3338297" y="291704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EDB90D-12F2-EC9C-5854-05FBED37B762}"/>
              </a:ext>
            </a:extLst>
          </p:cNvPr>
          <p:cNvSpPr txBox="1"/>
          <p:nvPr/>
        </p:nvSpPr>
        <p:spPr>
          <a:xfrm>
            <a:off x="3289675" y="282402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6812A01F-6595-606C-DA75-87015629D0DA}"/>
              </a:ext>
            </a:extLst>
          </p:cNvPr>
          <p:cNvSpPr/>
          <p:nvPr/>
        </p:nvSpPr>
        <p:spPr>
          <a:xfrm rot="16200000">
            <a:off x="4005788" y="2980967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47630F-BA7D-1B3F-5007-C6CCB78DB00B}"/>
              </a:ext>
            </a:extLst>
          </p:cNvPr>
          <p:cNvSpPr txBox="1"/>
          <p:nvPr/>
        </p:nvSpPr>
        <p:spPr>
          <a:xfrm>
            <a:off x="3897103" y="368450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2120141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36443-53D7-E819-0DC4-3B3030CF1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2715BFA7-1105-7EA2-AB6E-87089D4D7A0A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A98A87-C883-C01E-6EE6-B9E3CF2D104A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28B7A50-AB17-F897-7373-817511AE662A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BCB74E-FF7F-1DC6-0813-DBABE49A4BE0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AE960AE-3C2E-F764-53B0-BCFB1B7B1342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9A91BA-359F-E843-704E-69A2BC1CA9B6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A726B7-7446-3820-7D79-D0B3750D92A7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4DB68-ECEB-3898-1BC6-D2413CBD3C09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AF14D4A0-7912-E644-2FDC-DA7DA031DAA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DBCF166-4E30-9820-928B-2C52EAC5A976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78B91EA-4F77-1ED2-8C61-F24E3DAE9639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CB594E8-BC69-CBC2-430D-221229692B68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DA91F9-3A2B-9365-B8EE-BB3E12897D46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7432D2CF-C722-6CEC-AAFE-3A099647CD0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661B913-92A5-1317-A715-0DEEE36313D6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98BF380E-1DC6-47C7-E370-C3766F7670CA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D8633A08-6EBA-DABD-A4D8-E1EE15754BBA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531FD94-D4ED-E380-C08F-4561FCDC4308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44C8BA1-93EE-593A-A4A6-6981DEA6A5B7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263EEFEB-499F-8312-6D6F-1CA09E783111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0C72DC05-D748-ED68-9CBE-5024C30A6521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9D4F4533-DA6F-3C8A-2A21-73F753BA88EF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63368FD9-9BC4-D1CB-5F46-9769053130AF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3706D000-03BB-7C4A-426B-7C1DB2642B53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20F14BAF-9C6E-94FB-5F0B-09F34E677DB3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D0A3E4-EAD1-0C96-4F2D-FB0D4858C288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B4A8F6-90B1-A2EE-6B1C-9646114905F9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20013388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EEC3-ED38-2E28-D658-0C44F8216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92ED5902-2655-CB35-EED4-32982CB7B974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33297AC-4E3C-0EBB-A632-F4D4C7FA3C19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B87B98-5B78-ADAA-EB2F-9821342BDEA9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96DA4F-617E-63E9-BF97-093CCF1708DA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29836D5-1F65-5937-11F7-9B79C0D59211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B0AF9-0ECD-19DB-5B07-E9BCEAFC3C5F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2364FF-6865-A7E2-74A5-FB5B3D79BB39}"/>
              </a:ext>
            </a:extLst>
          </p:cNvPr>
          <p:cNvSpPr txBox="1"/>
          <p:nvPr/>
        </p:nvSpPr>
        <p:spPr>
          <a:xfrm>
            <a:off x="2258777" y="289113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CF95EB1F-4F93-4AB0-3138-7A2ECA092CD3}"/>
              </a:ext>
            </a:extLst>
          </p:cNvPr>
          <p:cNvSpPr/>
          <p:nvPr/>
        </p:nvSpPr>
        <p:spPr>
          <a:xfrm>
            <a:off x="2635386" y="2956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9E10462-19B1-42CF-0C07-4CD42AB95D8F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89941B-2824-43C1-0441-FC9A97D8A31D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10E9FA-3130-A931-9967-7EA8318A895C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A8C5C4-55E3-3531-117B-4DF13E496D85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1D31F1EE-EE40-9774-A69C-454D2051EF1A}"/>
              </a:ext>
            </a:extLst>
          </p:cNvPr>
          <p:cNvSpPr/>
          <p:nvPr/>
        </p:nvSpPr>
        <p:spPr>
          <a:xfrm>
            <a:off x="2631025" y="31085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B0CFB01E-8178-638F-14E8-12153F228228}"/>
              </a:ext>
            </a:extLst>
          </p:cNvPr>
          <p:cNvSpPr/>
          <p:nvPr/>
        </p:nvSpPr>
        <p:spPr>
          <a:xfrm>
            <a:off x="2635372" y="32609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28E4747B-9EE6-AF0D-B8A2-7A6274A5A80C}"/>
              </a:ext>
            </a:extLst>
          </p:cNvPr>
          <p:cNvSpPr/>
          <p:nvPr/>
        </p:nvSpPr>
        <p:spPr>
          <a:xfrm>
            <a:off x="2631010" y="34133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05A3F7B-F050-B549-7D86-022B86EC6F80}"/>
              </a:ext>
            </a:extLst>
          </p:cNvPr>
          <p:cNvSpPr/>
          <p:nvPr/>
        </p:nvSpPr>
        <p:spPr>
          <a:xfrm>
            <a:off x="2626648" y="35657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BCF532BB-5DFF-8558-93D8-9377DA42B99D}"/>
              </a:ext>
            </a:extLst>
          </p:cNvPr>
          <p:cNvSpPr/>
          <p:nvPr/>
        </p:nvSpPr>
        <p:spPr>
          <a:xfrm>
            <a:off x="2630995" y="3718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33C51E-497B-5DF2-2F99-1E1AF8BA3544}"/>
              </a:ext>
            </a:extLst>
          </p:cNvPr>
          <p:cNvSpPr/>
          <p:nvPr/>
        </p:nvSpPr>
        <p:spPr>
          <a:xfrm>
            <a:off x="4078015" y="2764221"/>
            <a:ext cx="966952" cy="1807779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CA705B6-81A4-E17E-76CE-3AB0E5BE038B}"/>
              </a:ext>
            </a:extLst>
          </p:cNvPr>
          <p:cNvCxnSpPr>
            <a:cxnSpLocks/>
          </p:cNvCxnSpPr>
          <p:nvPr/>
        </p:nvCxnSpPr>
        <p:spPr>
          <a:xfrm flipV="1">
            <a:off x="5047072" y="3026979"/>
            <a:ext cx="0" cy="24173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1576503A-E5EF-6037-F470-1B975126F4E1}"/>
              </a:ext>
            </a:extLst>
          </p:cNvPr>
          <p:cNvSpPr/>
          <p:nvPr/>
        </p:nvSpPr>
        <p:spPr>
          <a:xfrm rot="10800000">
            <a:off x="5291702" y="2760785"/>
            <a:ext cx="177113" cy="181371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D85ED3-8BB8-D2EA-F7A0-BDA838435504}"/>
              </a:ext>
            </a:extLst>
          </p:cNvPr>
          <p:cNvSpPr txBox="1"/>
          <p:nvPr/>
        </p:nvSpPr>
        <p:spPr>
          <a:xfrm>
            <a:off x="5526164" y="3009310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7494FA-A22F-F230-2302-36D40C995F59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1E33A8-2EB9-221A-6B85-68ECBC00840A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368935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9DD25-283E-A763-67DB-5BDFA1794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7C00888B-0C43-CFF7-5CB4-E0D32AC72A18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901ED-00BE-90A6-8529-7815360EB966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237E383-6E48-4463-7773-8A329957B382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89E465A-6976-724E-4767-EC34C5CF6ABF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224641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8482761-A2E9-A524-CD98-37DD442761B6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D0B350-0FDC-6DFE-8064-FE2BF521E23A}"/>
              </a:ext>
            </a:extLst>
          </p:cNvPr>
          <p:cNvSpPr txBox="1"/>
          <p:nvPr/>
        </p:nvSpPr>
        <p:spPr>
          <a:xfrm>
            <a:off x="53890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56BC4C-4B68-07F7-9A50-3E38DADA0DA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B974D-75BD-88E5-7BD9-B2CA8CD626CA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4B878632-80BF-AB21-624F-498CCFCB9D8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C9B1771-E6F7-C0C1-4150-40BD04D7049E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7B9D97-6BE8-9407-D36E-AA681C0B505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58BD85-AC27-C819-D643-58C38FFF9650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F3409E-FDE0-8E50-82AA-EA9F194C6D32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6967F395-02F8-0D7A-C099-A39B0D240CD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70C96006-9F27-550F-4A66-2A5315EE1830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A07FA76-B6A5-232A-3F82-7A4D0A3EFDAC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1FA7F9C5-C343-A629-49D8-B85DF1D86273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3F94F56-3AD8-17F2-9411-1FF1CB6356EF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AF5430A-6C00-FD57-9FEE-0FB44850DA20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B2F1CAA5-CF1C-0C7A-F0AF-34B9C9DB9CF2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DC82734A-CDF8-20C0-A4AE-63D69318A1CB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CE021562-A459-EF8F-2647-CDFF3E152149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F5180886-DF28-B665-8040-E9F0204D1C00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6BB91D7D-32E6-DBFE-2D06-9CE2F7756220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70937305-CB95-2958-7081-0B0C69611FDC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C360D-700B-85D4-C3D4-F0E036D0F912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64DAF3-CA70-75C9-81EC-3A942EA4B903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DE1787C-9CC5-4E59-C683-A87D08EF1CB3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8999E7-10F4-F8DD-CBCB-EEDD3B7B0E1B}"/>
              </a:ext>
            </a:extLst>
          </p:cNvPr>
          <p:cNvSpPr txBox="1"/>
          <p:nvPr/>
        </p:nvSpPr>
        <p:spPr>
          <a:xfrm>
            <a:off x="4850396" y="383618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440803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FD5CE-483C-FBE2-326E-310E9990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1DD52E96-B8DA-9ED6-7021-92CABDF9EFA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E4E3768-4B93-4548-5057-FEC36C0C9A8B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75C244E-5522-4BB0-063A-6EB47252F1D7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0D70CF-CB3E-79D3-5ACC-071ADE30EE3D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50826AC-9664-7903-1E84-349A18AEDBE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20118F-B8AC-873C-03E5-60AD9DE1B75D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95B9B-EE54-73A4-5258-621DAD48465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1EFEC005-98F2-FB39-D16B-AC766137A4AA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E6D3ED-8350-C9C9-A63E-E40A4EA8FED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043382-C158-5647-CDBD-1862C8D4BF6F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7ADF1A-EB6D-EB06-B310-4B1DD04D4BAD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876AFF7-71AD-E7F2-448C-7699FA9878B7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313EF8-DB51-076A-1919-BDAD6F1100F4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765BE12-7683-BB34-8236-022394C7A485}"/>
              </a:ext>
            </a:extLst>
          </p:cNvPr>
          <p:cNvGrpSpPr/>
          <p:nvPr/>
        </p:nvGrpSpPr>
        <p:grpSpPr>
          <a:xfrm>
            <a:off x="2935757" y="1442847"/>
            <a:ext cx="1205346" cy="3046025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C582BF2-45E7-AD6B-5A78-2B73B9A9AB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156ABB3-99CA-3A58-FC93-A278EEBB4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67ABB1F-99A3-748A-75BD-F44C8F983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EC95B22-1384-E4AD-B508-3AFC0A691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35539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A747-CC09-81DA-D27E-70DCC699C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4FC5311B-ADDC-8F78-9C04-508E62E4A1B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AA3AFD-0180-0C33-24C8-36C29E8E8EC2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5CF047-490A-EA14-8DFB-BCE6BE370AF8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9B1918-8A1B-DD8A-F27C-BF6380C48333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9285A27-02F4-676B-F86B-FC979D66219D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784031-2622-80ED-A514-DACBA143EC94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4DCD84-F02D-799C-CC5A-CD6264041060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C5F9EC69-88BA-9BE7-0049-B2D855E18A27}"/>
              </a:ext>
            </a:extLst>
          </p:cNvPr>
          <p:cNvSpPr/>
          <p:nvPr/>
        </p:nvSpPr>
        <p:spPr>
          <a:xfrm rot="16200000">
            <a:off x="3876230" y="5275792"/>
            <a:ext cx="246096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421B50-053A-8AFF-F26B-2D8F74F387CB}"/>
              </a:ext>
            </a:extLst>
          </p:cNvPr>
          <p:cNvSpPr txBox="1"/>
          <p:nvPr/>
        </p:nvSpPr>
        <p:spPr>
          <a:xfrm>
            <a:off x="3791149" y="56907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F627655-56E2-C1A2-77F5-6804D3596D47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B46B5-8DDF-B2B1-B3E5-91188029873B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F2E000-62F5-DACB-5612-8CDB024938D2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BB52FC-F591-9F65-C8C3-83BF7966A4A7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07E69A-D0D3-95ED-7E4C-5749A029448B}"/>
              </a:ext>
            </a:extLst>
          </p:cNvPr>
          <p:cNvGrpSpPr/>
          <p:nvPr/>
        </p:nvGrpSpPr>
        <p:grpSpPr>
          <a:xfrm>
            <a:off x="2935757" y="1442847"/>
            <a:ext cx="1205346" cy="2784769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48A204-CBE8-F26B-1899-F0F51C0B6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11A0523-4407-FC39-9874-56A5FC6E6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B403477-5004-A842-3986-AD802093EF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40578B8-6EA6-4B3B-E8F7-2611FDBB1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446F7ECE-897A-60CB-874A-C82929A30A8A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EBF85A8-CF95-6344-5C4D-BE6CC10D9F69}"/>
              </a:ext>
            </a:extLst>
          </p:cNvPr>
          <p:cNvSpPr/>
          <p:nvPr/>
        </p:nvSpPr>
        <p:spPr>
          <a:xfrm>
            <a:off x="2895601" y="3501241"/>
            <a:ext cx="1296389" cy="3226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AED14E88-732C-D5D2-6D6F-A32F1F341FBC}"/>
              </a:ext>
            </a:extLst>
          </p:cNvPr>
          <p:cNvSpPr/>
          <p:nvPr/>
        </p:nvSpPr>
        <p:spPr>
          <a:xfrm rot="16200000">
            <a:off x="3748306" y="4092694"/>
            <a:ext cx="228392" cy="63522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1BB01E-61CF-4235-995F-7EB79C6D0EC5}"/>
              </a:ext>
            </a:extLst>
          </p:cNvPr>
          <p:cNvSpPr txBox="1"/>
          <p:nvPr/>
        </p:nvSpPr>
        <p:spPr>
          <a:xfrm>
            <a:off x="3456663" y="4418138"/>
            <a:ext cx="1020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&lt;a</a:t>
            </a:r>
            <a:endParaRPr lang="en-ES" dirty="0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74B764-5878-71A9-10D3-5D34F6A0B024}"/>
              </a:ext>
            </a:extLst>
          </p:cNvPr>
          <p:cNvSpPr/>
          <p:nvPr/>
        </p:nvSpPr>
        <p:spPr>
          <a:xfrm rot="16200000">
            <a:off x="4288629" y="4181755"/>
            <a:ext cx="252152" cy="17633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7995A-C9CA-20FA-7DFE-2AF72EC6B195}"/>
              </a:ext>
            </a:extLst>
          </p:cNvPr>
          <p:cNvSpPr txBox="1"/>
          <p:nvPr/>
        </p:nvSpPr>
        <p:spPr>
          <a:xfrm>
            <a:off x="3468538" y="5083147"/>
            <a:ext cx="1234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&gt;a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EE039C1-7771-6090-7D97-E21EBCB49BA3}"/>
              </a:ext>
            </a:extLst>
          </p:cNvPr>
          <p:cNvCxnSpPr>
            <a:cxnSpLocks/>
            <a:endCxn id="4" idx="5"/>
          </p:cNvCxnSpPr>
          <p:nvPr/>
        </p:nvCxnSpPr>
        <p:spPr>
          <a:xfrm flipV="1">
            <a:off x="3775075" y="3776608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BE25CF7-1078-5C80-FD85-96785348EA69}"/>
              </a:ext>
            </a:extLst>
          </p:cNvPr>
          <p:cNvCxnSpPr>
            <a:cxnSpLocks/>
          </p:cNvCxnSpPr>
          <p:nvPr/>
        </p:nvCxnSpPr>
        <p:spPr>
          <a:xfrm flipV="1">
            <a:off x="4514850" y="3976633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5860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D18061E-5236-8241-B3C6-5D4B64D468DC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A75BB85-B7AD-0D2C-5421-F763B6CB657B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C0A8E892-3B22-ADCD-EAB8-CDF65123AA1D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59F6581-5810-1E89-FC4C-857249C8EF60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8A95F6FA-C422-133B-8E85-3DF5AC06F461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F1125-BC73-7F69-B910-13A8C924A04C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8C8B99-5050-EC48-53ED-164697032233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4B9F99-AA8D-35BC-E3B9-1BCF340049E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88ECD06-95D5-FDC3-20C3-53EA4F06E67A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1897EA02-2698-E7FB-2968-0B09CD3C7FFB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82E48D5-94C0-BFE1-9CC7-8212EB37CAE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188BC3-B639-EAAE-5F4F-CD7E0EC1949D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61468EBB-2E97-4BA7-A97F-3BFCD66902B0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6AEC589-7766-38BC-A271-6E969D6E74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C9E4BE1-C299-0191-EC8F-89F8B6695B64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6742F1BF-81ED-494E-544B-518A12CD611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53102FD-9E03-688F-0EA7-47AE8B73515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A77E2E2-8051-2A8D-A754-69EDE7CEEA86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F65CC99C-AAB4-4C59-5359-4209070F34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94DA1E7-5D79-C2A3-53C7-56049A1218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B53241C-BCAA-6247-4331-D01AB4DB97DC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67D3712E-9173-86E3-E3DC-3E667573A43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6E0A21E-5362-269B-9C9B-B832118C905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A307498-BA01-943C-1D67-96964F95BDAD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5ABCB537-42B3-64D3-601B-4953ECCCC15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FE6D1B4-DD46-0F74-E4FE-2E259DD94CA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4C7DFB6-36F4-F2BB-18FA-E13DC4D3EEB0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35E36DE0-26A9-87A6-E15C-092901049AE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2C91250-BC32-E531-FC22-158679783CB0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E529E79-A18A-FB0A-1A86-32A0F6A5D196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F8B05329-C77F-9FD1-4C36-EB765AE8F39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21770C9-717C-61C2-DC93-1F001882885F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B7E33DE-8CAF-2D27-6EC5-F0DD4988E8D4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6A4400F-C341-676E-1DA3-D1E2CCA4941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C7927D1-373B-7CCB-06C9-334697D93ACD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70C58F4-F3F6-0982-0AF3-BD73B4A1F6A0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29FEDD53-8216-A5C4-88BC-537F44BF490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3762BEE-59CB-887C-1AAB-FB5C09C9D70E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3E4064C-36EB-9167-26D4-A09366E95168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C2352980-984C-06DF-3A2B-972EE8870D3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429EBD-0BBB-64E7-465A-4232149EA35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57A54BF-269D-16D1-E091-C6CDE45F1019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4A0CEF90-71A3-344D-7C41-B62BDE7E75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C25ECA0-3566-0402-D1BF-0B8EA827785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8C3FF62D-921E-7B19-4A61-72BB111CAC67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D58C849-743C-784A-EB9A-74E437002D23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94457F-0886-7865-F3CC-D567F54478A8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D0C4913-05F0-B3BB-EA3A-E91B3499929D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9F9B55D-96FA-53F1-2259-9397EBBD6349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57FF3372-119C-7FA8-70E4-199C4134C0BD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A2B7D3-CD47-8775-8B02-D2E3692FD8E1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71E6B48-1C1C-0366-2047-759D1D531A44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8060969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B255-54D8-F045-3C38-8B264D825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B66BEB2-B327-8975-E2AF-EEEDA6E6FC42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D79111C-1E17-5A3B-1E3F-E8EE57E9B5FD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61D5152A-9979-1B14-155D-F3F4764C5D6B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862CBBC-A1A1-231E-ED55-8C4B6A7EB712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B3CAC927-752B-0EFA-5A56-A5509AF38A50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C784EA-B09F-36CD-8E93-3E412DFD25D0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1F879-2510-72C4-638E-BD2EA58845EF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49EED2-5D15-2E68-32D1-B7B4977D3BC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412E080-3455-F8F6-5800-7D5F3038AC8F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E7937B34-12D6-0DA2-A17F-9DF77D9B60BC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8961FF-0163-BC92-1AFD-1614E5DEF89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7588A3-3700-A615-1F66-15ECEF611DE8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F4F5C0A8-3F79-194D-8DBE-5DD886D620D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5E78D18-81F9-5CD6-C160-0FA6D4F9B9F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2F980E-3DD5-E0DF-A492-577604032D5E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3F9393A0-0F71-39C3-AF6C-0BB4C6EFBF71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D043480-4C7E-D08C-AFD7-74D68225109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3640FA2-3420-03E3-E017-C8848ADDC601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4C8011F1-88DB-AB61-5728-C6EC047D99B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B0017E3-A74F-32AA-CEE3-5920746BB458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C856E5-CB06-3935-1872-C345C6A8660B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ED281496-CD66-E3E8-A4CB-931B9D45CEA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39133F7-C0AD-1EFA-8E1A-A014BCB50DA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829EB38-5D32-AB28-5783-5CE2373E40E8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06000B1D-CC94-2F75-FDCA-4F1550C866A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68D5265-FBEE-C6F2-20B8-D02704774E4A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071B15D-F058-E430-8E13-A793DDCE6BFB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85967680-7014-63DE-64FB-B1B443757C2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DB6F8C3-8FEF-2D46-4DBE-620CC7F6421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5653DD0-FB5F-1977-76F8-600D8A335E31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427BA64C-4856-3797-4A5D-DC9EE0ABD396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CE6459-777C-09C4-E000-31B6093D1513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D65EF53-1069-3DB8-6BD8-F3292785BD48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BD8E303-39E5-4056-A251-6315EC9D630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3B7068B-EC96-A5EC-33E5-96D41E8A57E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D23A5A8-306F-F286-43FE-9FE9F699D0BD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1BE47896-F6FA-C0B5-8F07-05E76E661B6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76CD3FB-2334-9058-1043-44013BD6692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0E9EC1-86A2-A48C-416C-D377F3711EBF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53AD5997-F0EC-2BF9-445D-9CBD678FB889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262709E2-CCE4-DFBA-B4BB-6FEBB95D228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D0BABC9-6A28-5235-5F36-5B3940D16652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FFC87043-BFBF-79F0-354A-E431F76CE5A5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27E08F3-A7BA-E2A3-740B-D9577A5ADF1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2033ED6-FDF8-0EB1-477A-B197096538D8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CE1429-A08B-1964-2E66-C879423F12B0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AD537C-DFD9-DB65-BB2C-D37B697A32D3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32A2F66-8FA7-7FE0-65D4-2BAB98BA5A51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37CE6F5-A597-3171-5319-EB53C65A06CF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E3A3D756-7D29-0DFE-5E0E-B9A9A552D92C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970013A-51C9-3C6A-743A-1654BD8B4267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0519C31-B08C-7D66-A3B2-9ED082DAB84C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0FF3FA1-309C-DA46-61DB-5AA63F0F5A32}"/>
              </a:ext>
            </a:extLst>
          </p:cNvPr>
          <p:cNvSpPr/>
          <p:nvPr/>
        </p:nvSpPr>
        <p:spPr>
          <a:xfrm>
            <a:off x="1628078" y="2051824"/>
            <a:ext cx="3724507" cy="14719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599B2A9-38C6-098F-ABE0-F0E2FC6C3324}"/>
              </a:ext>
            </a:extLst>
          </p:cNvPr>
          <p:cNvCxnSpPr>
            <a:cxnSpLocks/>
          </p:cNvCxnSpPr>
          <p:nvPr/>
        </p:nvCxnSpPr>
        <p:spPr>
          <a:xfrm>
            <a:off x="3412969" y="3522625"/>
            <a:ext cx="2351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2511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5926</TotalTime>
  <Words>602</Words>
  <Application>Microsoft Macintosh PowerPoint</Application>
  <PresentationFormat>Widescreen</PresentationFormat>
  <Paragraphs>403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Aptos</vt:lpstr>
      <vt:lpstr>Aptos Display</vt:lpstr>
      <vt:lpstr>Arial</vt:lpstr>
      <vt:lpstr>Cambria Math</vt:lpstr>
      <vt:lpstr>Office Theme</vt:lpstr>
      <vt:lpstr>B1.S1.1</vt:lpstr>
      <vt:lpstr>B1.S1.2</vt:lpstr>
      <vt:lpstr>B1.S2.1</vt:lpstr>
      <vt:lpstr>B1.S2.1</vt:lpstr>
      <vt:lpstr>B1.S2.2</vt:lpstr>
      <vt:lpstr>B2.S3.1</vt:lpstr>
      <vt:lpstr>B2.S3.2</vt:lpstr>
      <vt:lpstr>PowerPoint Presentation</vt:lpstr>
      <vt:lpstr>B2.S3.3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B2.S4.1</vt:lpstr>
      <vt:lpstr>B2.S4.1</vt:lpstr>
      <vt:lpstr>Propuesto S4.1</vt:lpstr>
      <vt:lpstr>Propuesto S4.1</vt:lpstr>
      <vt:lpstr>B3.S6.1</vt:lpstr>
      <vt:lpstr>B4.S8.1</vt:lpstr>
      <vt:lpstr>PowerPoint Presentation</vt:lpstr>
      <vt:lpstr>PowerPoint Presentation</vt:lpstr>
      <vt:lpstr>B4.S8.3</vt:lpstr>
      <vt:lpstr>PowerPoint Presentation</vt:lpstr>
      <vt:lpstr>PowerPoint Presentation</vt:lpstr>
      <vt:lpstr>PowerPoint Presentation</vt:lpstr>
      <vt:lpstr>PowerPoint Presentation</vt:lpstr>
      <vt:lpstr>B6.S12.1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Guillermo Fernando Regodón Harkness</dc:creator>
  <cp:lastModifiedBy>Guillermo Fernando Regodón Harkness</cp:lastModifiedBy>
  <cp:revision>68</cp:revision>
  <dcterms:created xsi:type="dcterms:W3CDTF">2024-10-24T17:35:19Z</dcterms:created>
  <dcterms:modified xsi:type="dcterms:W3CDTF">2025-12-15T11:06:03Z</dcterms:modified>
</cp:coreProperties>
</file>