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271" r:id="rId24"/>
    <p:sldId id="299" r:id="rId25"/>
    <p:sldId id="300" r:id="rId26"/>
    <p:sldId id="301" r:id="rId27"/>
    <p:sldId id="302" r:id="rId28"/>
    <p:sldId id="303" r:id="rId29"/>
    <p:sldId id="259" r:id="rId30"/>
    <p:sldId id="260" r:id="rId31"/>
    <p:sldId id="262" r:id="rId32"/>
    <p:sldId id="261" r:id="rId33"/>
    <p:sldId id="264" r:id="rId34"/>
    <p:sldId id="265" r:id="rId35"/>
    <p:sldId id="266" r:id="rId36"/>
    <p:sldId id="268" r:id="rId37"/>
    <p:sldId id="269" r:id="rId38"/>
    <p:sldId id="270" r:id="rId39"/>
    <p:sldId id="298" r:id="rId40"/>
    <p:sldId id="272" r:id="rId41"/>
    <p:sldId id="273" r:id="rId42"/>
    <p:sldId id="274" r:id="rId43"/>
    <p:sldId id="275" r:id="rId44"/>
    <p:sldId id="276" r:id="rId45"/>
    <p:sldId id="277" r:id="rId46"/>
    <p:sldId id="278" r:id="rId47"/>
    <p:sldId id="279" r:id="rId48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23"/>
    <p:restoredTop sz="94529"/>
  </p:normalViewPr>
  <p:slideViewPr>
    <p:cSldViewPr snapToGrid="0">
      <p:cViewPr>
        <p:scale>
          <a:sx n="127" d="100"/>
          <a:sy n="127" d="100"/>
        </p:scale>
        <p:origin x="-1048" y="-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6789-CA4C-F6DD-14CB-72BF4BF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F0CC18AF-1A9F-1524-5D65-07BFFEBCD2B2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801655-71E3-EB13-8B9A-0A6BF65FAD6B}"/>
              </a:ext>
            </a:extLst>
          </p:cNvPr>
          <p:cNvCxnSpPr>
            <a:cxnSpLocks/>
          </p:cNvCxnSpPr>
          <p:nvPr/>
        </p:nvCxnSpPr>
        <p:spPr>
          <a:xfrm flipV="1">
            <a:off x="6575916" y="1126297"/>
            <a:ext cx="21537" cy="28260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66019-1308-E3C3-F3E0-C042816636D9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6942A-D967-5E87-56C1-302CB1DD35F3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C009B2-31A7-9C4A-8204-A7D9B58373AD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E4515-C8D9-A3A7-799C-C212E22E7D66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B340B-4230-C0B7-9C2D-8555A15CB7F0}"/>
              </a:ext>
            </a:extLst>
          </p:cNvPr>
          <p:cNvSpPr txBox="1"/>
          <p:nvPr/>
        </p:nvSpPr>
        <p:spPr>
          <a:xfrm>
            <a:off x="6198229" y="1126297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77CCC573-88DA-C06A-8DCD-AB7F36F9E649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3BC28E0-720C-6A49-0BA1-808565AAE20A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1C5E06-1FC2-B4EB-EAA4-2DDB7DC3CD77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12913C-A217-AAE7-D9E0-AA9CDD89A477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9295F-D5AB-5EEB-DDC4-8F46F533829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0E98A2-E312-7FDA-9EBE-4602B9405FF1}"/>
              </a:ext>
            </a:extLst>
          </p:cNvPr>
          <p:cNvCxnSpPr>
            <a:cxnSpLocks/>
          </p:cNvCxnSpPr>
          <p:nvPr/>
        </p:nvCxnSpPr>
        <p:spPr>
          <a:xfrm flipV="1">
            <a:off x="5887247" y="505929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C83B09F-EE41-9C22-9C33-3B6AEBFE4889}"/>
              </a:ext>
            </a:extLst>
          </p:cNvPr>
          <p:cNvGrpSpPr/>
          <p:nvPr/>
        </p:nvGrpSpPr>
        <p:grpSpPr>
          <a:xfrm>
            <a:off x="7112747" y="1379333"/>
            <a:ext cx="550151" cy="813458"/>
            <a:chOff x="6778520" y="1908879"/>
            <a:chExt cx="550151" cy="81345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FC61E7-0D59-E2A0-6CB7-F07AB9B51129}"/>
                </a:ext>
              </a:extLst>
            </p:cNvPr>
            <p:cNvSpPr txBox="1"/>
            <p:nvPr/>
          </p:nvSpPr>
          <p:spPr>
            <a:xfrm>
              <a:off x="6778520" y="2076006"/>
              <a:ext cx="55015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5D05B1-F375-43D3-17AB-03559F89A45B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6E1AC5-F9B0-D51A-E9E0-B2E984835C93}"/>
              </a:ext>
            </a:extLst>
          </p:cNvPr>
          <p:cNvCxnSpPr>
            <a:cxnSpLocks/>
          </p:cNvCxnSpPr>
          <p:nvPr/>
        </p:nvCxnSpPr>
        <p:spPr>
          <a:xfrm flipV="1">
            <a:off x="6259565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35C467-3317-323A-ACF5-EB7E37B5FB50}"/>
              </a:ext>
            </a:extLst>
          </p:cNvPr>
          <p:cNvCxnSpPr>
            <a:cxnSpLocks/>
          </p:cNvCxnSpPr>
          <p:nvPr/>
        </p:nvCxnSpPr>
        <p:spPr>
          <a:xfrm flipV="1">
            <a:off x="6981780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F1376C-FCCB-1EBB-C99A-DABDA188351F}"/>
              </a:ext>
            </a:extLst>
          </p:cNvPr>
          <p:cNvCxnSpPr>
            <a:cxnSpLocks/>
          </p:cNvCxnSpPr>
          <p:nvPr/>
        </p:nvCxnSpPr>
        <p:spPr>
          <a:xfrm flipV="1">
            <a:off x="7305145" y="507783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A98224-D78A-E21B-1126-976F3FED6FAF}"/>
              </a:ext>
            </a:extLst>
          </p:cNvPr>
          <p:cNvCxnSpPr>
            <a:cxnSpLocks/>
          </p:cNvCxnSpPr>
          <p:nvPr/>
        </p:nvCxnSpPr>
        <p:spPr>
          <a:xfrm flipV="1">
            <a:off x="6618606" y="515864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233FA6-2A60-8488-BC67-01518C2C1073}"/>
              </a:ext>
            </a:extLst>
          </p:cNvPr>
          <p:cNvCxnSpPr>
            <a:cxnSpLocks/>
          </p:cNvCxnSpPr>
          <p:nvPr/>
        </p:nvCxnSpPr>
        <p:spPr>
          <a:xfrm flipV="1">
            <a:off x="5889172" y="4540365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9D3C4F-DDAE-1F3B-6096-3AE37C5FB91F}"/>
              </a:ext>
            </a:extLst>
          </p:cNvPr>
          <p:cNvCxnSpPr>
            <a:cxnSpLocks/>
          </p:cNvCxnSpPr>
          <p:nvPr/>
        </p:nvCxnSpPr>
        <p:spPr>
          <a:xfrm flipV="1">
            <a:off x="6261490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1FEE46-AE21-D210-8365-416ABE9E6877}"/>
              </a:ext>
            </a:extLst>
          </p:cNvPr>
          <p:cNvCxnSpPr>
            <a:cxnSpLocks/>
          </p:cNvCxnSpPr>
          <p:nvPr/>
        </p:nvCxnSpPr>
        <p:spPr>
          <a:xfrm flipV="1">
            <a:off x="6983705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9F916FC-AAE9-5A0C-D71B-65B83C9A3D04}"/>
              </a:ext>
            </a:extLst>
          </p:cNvPr>
          <p:cNvCxnSpPr>
            <a:cxnSpLocks/>
          </p:cNvCxnSpPr>
          <p:nvPr/>
        </p:nvCxnSpPr>
        <p:spPr>
          <a:xfrm flipV="1">
            <a:off x="7307070" y="455890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011445-555B-825E-37AD-FC9B488888E9}"/>
              </a:ext>
            </a:extLst>
          </p:cNvPr>
          <p:cNvCxnSpPr>
            <a:cxnSpLocks/>
          </p:cNvCxnSpPr>
          <p:nvPr/>
        </p:nvCxnSpPr>
        <p:spPr>
          <a:xfrm flipV="1">
            <a:off x="6620531" y="463971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FFEAB4B-CA98-13F6-AE3F-4C167D0E1B51}"/>
              </a:ext>
            </a:extLst>
          </p:cNvPr>
          <p:cNvCxnSpPr>
            <a:cxnSpLocks/>
          </p:cNvCxnSpPr>
          <p:nvPr/>
        </p:nvCxnSpPr>
        <p:spPr>
          <a:xfrm flipV="1">
            <a:off x="5891097" y="4021432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2EDCA5-80B3-68BD-020F-C9EC1108B621}"/>
              </a:ext>
            </a:extLst>
          </p:cNvPr>
          <p:cNvCxnSpPr>
            <a:cxnSpLocks/>
          </p:cNvCxnSpPr>
          <p:nvPr/>
        </p:nvCxnSpPr>
        <p:spPr>
          <a:xfrm flipV="1">
            <a:off x="6263415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15AA440-EC4F-E2EC-AA86-CD859C4A8C3E}"/>
              </a:ext>
            </a:extLst>
          </p:cNvPr>
          <p:cNvCxnSpPr>
            <a:cxnSpLocks/>
          </p:cNvCxnSpPr>
          <p:nvPr/>
        </p:nvCxnSpPr>
        <p:spPr>
          <a:xfrm flipV="1">
            <a:off x="6985630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62A68DD-DDCA-860B-2D67-1F8B2CFC5F1E}"/>
              </a:ext>
            </a:extLst>
          </p:cNvPr>
          <p:cNvCxnSpPr>
            <a:cxnSpLocks/>
          </p:cNvCxnSpPr>
          <p:nvPr/>
        </p:nvCxnSpPr>
        <p:spPr>
          <a:xfrm flipV="1">
            <a:off x="7308995" y="403997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D241BF-80D9-D782-F94F-11CFE68D14F8}"/>
              </a:ext>
            </a:extLst>
          </p:cNvPr>
          <p:cNvCxnSpPr>
            <a:cxnSpLocks/>
          </p:cNvCxnSpPr>
          <p:nvPr/>
        </p:nvCxnSpPr>
        <p:spPr>
          <a:xfrm flipV="1">
            <a:off x="6622456" y="412077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F33DA96-4D89-8877-E229-2A5EC74CFBFC}"/>
              </a:ext>
            </a:extLst>
          </p:cNvPr>
          <p:cNvCxnSpPr>
            <a:cxnSpLocks/>
          </p:cNvCxnSpPr>
          <p:nvPr/>
        </p:nvCxnSpPr>
        <p:spPr>
          <a:xfrm flipV="1">
            <a:off x="5893022" y="350249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7456622-1D35-0B77-CB72-2FA2051D2CAB}"/>
              </a:ext>
            </a:extLst>
          </p:cNvPr>
          <p:cNvCxnSpPr>
            <a:cxnSpLocks/>
          </p:cNvCxnSpPr>
          <p:nvPr/>
        </p:nvCxnSpPr>
        <p:spPr>
          <a:xfrm flipV="1">
            <a:off x="6265340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0C67253-A51E-94F1-1237-B00D36A4C28A}"/>
              </a:ext>
            </a:extLst>
          </p:cNvPr>
          <p:cNvCxnSpPr>
            <a:cxnSpLocks/>
          </p:cNvCxnSpPr>
          <p:nvPr/>
        </p:nvCxnSpPr>
        <p:spPr>
          <a:xfrm flipV="1">
            <a:off x="6987555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670FA-FD6A-F3EC-CF8E-9E2635CDA352}"/>
              </a:ext>
            </a:extLst>
          </p:cNvPr>
          <p:cNvCxnSpPr>
            <a:cxnSpLocks/>
          </p:cNvCxnSpPr>
          <p:nvPr/>
        </p:nvCxnSpPr>
        <p:spPr>
          <a:xfrm flipV="1">
            <a:off x="7310920" y="352104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CDD035-3C89-7CF1-9CDD-85B64BB0FF7B}"/>
              </a:ext>
            </a:extLst>
          </p:cNvPr>
          <p:cNvCxnSpPr>
            <a:cxnSpLocks/>
          </p:cNvCxnSpPr>
          <p:nvPr/>
        </p:nvCxnSpPr>
        <p:spPr>
          <a:xfrm flipV="1">
            <a:off x="6624381" y="360184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5FD12D-3473-1719-086B-B7BDD7FB72B7}"/>
              </a:ext>
            </a:extLst>
          </p:cNvPr>
          <p:cNvCxnSpPr>
            <a:cxnSpLocks/>
          </p:cNvCxnSpPr>
          <p:nvPr/>
        </p:nvCxnSpPr>
        <p:spPr>
          <a:xfrm flipV="1">
            <a:off x="5894947" y="298356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9A2D92F-AD01-AB3A-BD0D-AA126650E04D}"/>
              </a:ext>
            </a:extLst>
          </p:cNvPr>
          <p:cNvCxnSpPr>
            <a:cxnSpLocks/>
          </p:cNvCxnSpPr>
          <p:nvPr/>
        </p:nvCxnSpPr>
        <p:spPr>
          <a:xfrm flipV="1">
            <a:off x="6267265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6EF23F-20A6-9DDF-E5E7-325D26B8361D}"/>
              </a:ext>
            </a:extLst>
          </p:cNvPr>
          <p:cNvCxnSpPr>
            <a:cxnSpLocks/>
          </p:cNvCxnSpPr>
          <p:nvPr/>
        </p:nvCxnSpPr>
        <p:spPr>
          <a:xfrm flipV="1">
            <a:off x="6989480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677F0DF-8231-6B4F-42BB-8F766A11F7A7}"/>
              </a:ext>
            </a:extLst>
          </p:cNvPr>
          <p:cNvCxnSpPr>
            <a:cxnSpLocks/>
          </p:cNvCxnSpPr>
          <p:nvPr/>
        </p:nvCxnSpPr>
        <p:spPr>
          <a:xfrm flipV="1">
            <a:off x="7312845" y="300210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0D7A1F-93B6-9CB2-E898-721A490AB334}"/>
              </a:ext>
            </a:extLst>
          </p:cNvPr>
          <p:cNvCxnSpPr>
            <a:cxnSpLocks/>
          </p:cNvCxnSpPr>
          <p:nvPr/>
        </p:nvCxnSpPr>
        <p:spPr>
          <a:xfrm flipV="1">
            <a:off x="6626306" y="308291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9856A8-85C4-F45E-91BF-32CB4DF66A92}"/>
              </a:ext>
            </a:extLst>
          </p:cNvPr>
          <p:cNvCxnSpPr>
            <a:cxnSpLocks/>
          </p:cNvCxnSpPr>
          <p:nvPr/>
        </p:nvCxnSpPr>
        <p:spPr>
          <a:xfrm flipV="1">
            <a:off x="5896872" y="246463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4C1CE1F-74F0-5CF7-7533-20627996BD92}"/>
              </a:ext>
            </a:extLst>
          </p:cNvPr>
          <p:cNvCxnSpPr>
            <a:cxnSpLocks/>
          </p:cNvCxnSpPr>
          <p:nvPr/>
        </p:nvCxnSpPr>
        <p:spPr>
          <a:xfrm flipV="1">
            <a:off x="6269190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3848689-9E5D-D5E9-706D-22CBA90E81DC}"/>
              </a:ext>
            </a:extLst>
          </p:cNvPr>
          <p:cNvCxnSpPr>
            <a:cxnSpLocks/>
          </p:cNvCxnSpPr>
          <p:nvPr/>
        </p:nvCxnSpPr>
        <p:spPr>
          <a:xfrm flipV="1">
            <a:off x="6991405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C0094D-66FB-3CC5-6CC3-51A4808F2E85}"/>
              </a:ext>
            </a:extLst>
          </p:cNvPr>
          <p:cNvCxnSpPr>
            <a:cxnSpLocks/>
          </p:cNvCxnSpPr>
          <p:nvPr/>
        </p:nvCxnSpPr>
        <p:spPr>
          <a:xfrm flipV="1">
            <a:off x="7314770" y="248317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40E73A4-2009-2AFF-3872-EB7713BFAA8A}"/>
              </a:ext>
            </a:extLst>
          </p:cNvPr>
          <p:cNvCxnSpPr>
            <a:cxnSpLocks/>
          </p:cNvCxnSpPr>
          <p:nvPr/>
        </p:nvCxnSpPr>
        <p:spPr>
          <a:xfrm flipV="1">
            <a:off x="6628231" y="256397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9B5F25B-EC0F-83BF-760E-16C50F7A3B9F}"/>
              </a:ext>
            </a:extLst>
          </p:cNvPr>
          <p:cNvSpPr txBox="1"/>
          <p:nvPr/>
        </p:nvSpPr>
        <p:spPr>
          <a:xfrm>
            <a:off x="5816815" y="56241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DE63BBF-CCB8-9EE0-CDC9-00206EAECEBA}"/>
              </a:ext>
            </a:extLst>
          </p:cNvPr>
          <p:cNvSpPr txBox="1"/>
          <p:nvPr/>
        </p:nvSpPr>
        <p:spPr>
          <a:xfrm>
            <a:off x="6722043" y="20267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5F7FD9C-1723-807A-E514-FC031735A892}"/>
              </a:ext>
            </a:extLst>
          </p:cNvPr>
          <p:cNvSpPr txBox="1"/>
          <p:nvPr/>
        </p:nvSpPr>
        <p:spPr>
          <a:xfrm>
            <a:off x="5216825" y="34059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877424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209E4-BECF-3185-8DEB-1AE51D71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64A1BE15-133C-0D7D-6A07-B1F23B95EA02}"/>
              </a:ext>
            </a:extLst>
          </p:cNvPr>
          <p:cNvSpPr/>
          <p:nvPr/>
        </p:nvSpPr>
        <p:spPr>
          <a:xfrm>
            <a:off x="5594039" y="1998752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E50CB-B3E4-3D28-CBAE-F2964F09E67A}"/>
              </a:ext>
            </a:extLst>
          </p:cNvPr>
          <p:cNvCxnSpPr>
            <a:cxnSpLocks/>
          </p:cNvCxnSpPr>
          <p:nvPr/>
        </p:nvCxnSpPr>
        <p:spPr>
          <a:xfrm flipV="1">
            <a:off x="6494621" y="743652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EB0C32-5365-2123-045A-0298A1CBAABA}"/>
              </a:ext>
            </a:extLst>
          </p:cNvPr>
          <p:cNvCxnSpPr>
            <a:cxnSpLocks/>
          </p:cNvCxnSpPr>
          <p:nvPr/>
        </p:nvCxnSpPr>
        <p:spPr>
          <a:xfrm flipH="1">
            <a:off x="4898798" y="3921843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65C65-2E74-B89F-920D-CBEBF42870D5}"/>
              </a:ext>
            </a:extLst>
          </p:cNvPr>
          <p:cNvCxnSpPr>
            <a:cxnSpLocks/>
          </p:cNvCxnSpPr>
          <p:nvPr/>
        </p:nvCxnSpPr>
        <p:spPr>
          <a:xfrm>
            <a:off x="6476239" y="3943616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9CB9162-2FEA-B49B-E3B5-3F22E907AA85}"/>
              </a:ext>
            </a:extLst>
          </p:cNvPr>
          <p:cNvSpPr txBox="1"/>
          <p:nvPr/>
        </p:nvSpPr>
        <p:spPr>
          <a:xfrm>
            <a:off x="4775455" y="4499332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AFB38E-E0F0-5294-6B7E-1A9B14CFA46C}"/>
              </a:ext>
            </a:extLst>
          </p:cNvPr>
          <p:cNvSpPr txBox="1"/>
          <p:nvPr/>
        </p:nvSpPr>
        <p:spPr>
          <a:xfrm>
            <a:off x="8209664" y="336997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CB90AE-F785-F26F-D97F-B3782AECE889}"/>
              </a:ext>
            </a:extLst>
          </p:cNvPr>
          <p:cNvSpPr txBox="1"/>
          <p:nvPr/>
        </p:nvSpPr>
        <p:spPr>
          <a:xfrm>
            <a:off x="6116934" y="368859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370D697-530E-B0C0-F8E0-BBB371E2312B}"/>
              </a:ext>
            </a:extLst>
          </p:cNvPr>
          <p:cNvSpPr/>
          <p:nvPr/>
        </p:nvSpPr>
        <p:spPr>
          <a:xfrm rot="16200000">
            <a:off x="6862706" y="5339746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D83EE0-2215-F40F-BBEB-05BA72377F66}"/>
              </a:ext>
            </a:extLst>
          </p:cNvPr>
          <p:cNvSpPr txBox="1"/>
          <p:nvPr/>
        </p:nvSpPr>
        <p:spPr>
          <a:xfrm>
            <a:off x="6754268" y="574324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417924-1175-AAF8-D5F8-584E10EE055E}"/>
              </a:ext>
            </a:extLst>
          </p:cNvPr>
          <p:cNvCxnSpPr>
            <a:cxnSpLocks/>
          </p:cNvCxnSpPr>
          <p:nvPr/>
        </p:nvCxnSpPr>
        <p:spPr>
          <a:xfrm>
            <a:off x="5593107" y="780026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BF34BA-5196-BC22-73A3-DA82BD76A584}"/>
              </a:ext>
            </a:extLst>
          </p:cNvPr>
          <p:cNvCxnSpPr>
            <a:cxnSpLocks/>
          </p:cNvCxnSpPr>
          <p:nvPr/>
        </p:nvCxnSpPr>
        <p:spPr>
          <a:xfrm>
            <a:off x="7408844" y="784374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6CC259-3000-545F-81EF-4D1AF28F5862}"/>
              </a:ext>
            </a:extLst>
          </p:cNvPr>
          <p:cNvSpPr txBox="1"/>
          <p:nvPr/>
        </p:nvSpPr>
        <p:spPr>
          <a:xfrm>
            <a:off x="6865622" y="173958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531E2-F456-641F-3C43-283663B37908}"/>
              </a:ext>
            </a:extLst>
          </p:cNvPr>
          <p:cNvSpPr txBox="1"/>
          <p:nvPr/>
        </p:nvSpPr>
        <p:spPr>
          <a:xfrm>
            <a:off x="6797507" y="1584714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E6D46F3-9125-8ED1-94CF-A10EA6580741}"/>
              </a:ext>
            </a:extLst>
          </p:cNvPr>
          <p:cNvGrpSpPr/>
          <p:nvPr/>
        </p:nvGrpSpPr>
        <p:grpSpPr>
          <a:xfrm>
            <a:off x="5898876" y="2241500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F7BCE9-8FFB-E6C6-B477-9C040F5B2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EFF97A-3D47-C364-D874-15A2B232AA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D97E6A2-4C82-2CE8-5207-4AF860DAB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37B2F8-2B9C-6DB9-7018-926BC8CBBE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975A930-2B66-862A-D26B-A9BB79DB55E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3765531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B51EE-06FD-688D-C8AD-E39F12CE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B6DD4B05-BEE1-5277-CA8B-C4718A51E1BC}"/>
              </a:ext>
            </a:extLst>
          </p:cNvPr>
          <p:cNvSpPr/>
          <p:nvPr/>
        </p:nvSpPr>
        <p:spPr>
          <a:xfrm>
            <a:off x="5941280" y="1825129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BD92BBA-EDB6-14E5-379A-20B457E96312}"/>
              </a:ext>
            </a:extLst>
          </p:cNvPr>
          <p:cNvCxnSpPr>
            <a:cxnSpLocks/>
          </p:cNvCxnSpPr>
          <p:nvPr/>
        </p:nvCxnSpPr>
        <p:spPr>
          <a:xfrm flipV="1">
            <a:off x="6841862" y="570029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5F46B0-D0E6-9333-D7E3-5B95DAB4E81B}"/>
              </a:ext>
            </a:extLst>
          </p:cNvPr>
          <p:cNvCxnSpPr>
            <a:cxnSpLocks/>
          </p:cNvCxnSpPr>
          <p:nvPr/>
        </p:nvCxnSpPr>
        <p:spPr>
          <a:xfrm flipH="1">
            <a:off x="5246039" y="3748220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B474C7-FF20-CBE2-7EAF-E7F69386C02E}"/>
              </a:ext>
            </a:extLst>
          </p:cNvPr>
          <p:cNvCxnSpPr>
            <a:cxnSpLocks/>
          </p:cNvCxnSpPr>
          <p:nvPr/>
        </p:nvCxnSpPr>
        <p:spPr>
          <a:xfrm>
            <a:off x="6823480" y="3769993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272F0-8D9A-384A-EAA0-26F5EE29DE26}"/>
              </a:ext>
            </a:extLst>
          </p:cNvPr>
          <p:cNvSpPr txBox="1"/>
          <p:nvPr/>
        </p:nvSpPr>
        <p:spPr>
          <a:xfrm>
            <a:off x="5122696" y="4325709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5A3F22-6A90-A90D-ED57-1A37273EFBE0}"/>
              </a:ext>
            </a:extLst>
          </p:cNvPr>
          <p:cNvSpPr txBox="1"/>
          <p:nvPr/>
        </p:nvSpPr>
        <p:spPr>
          <a:xfrm>
            <a:off x="8556905" y="319635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CA61A-15FF-B450-0561-5EA92A6617DE}"/>
              </a:ext>
            </a:extLst>
          </p:cNvPr>
          <p:cNvSpPr txBox="1"/>
          <p:nvPr/>
        </p:nvSpPr>
        <p:spPr>
          <a:xfrm>
            <a:off x="6464175" y="195236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BF3CEDD-E1DC-0A92-6E29-05C7942EA639}"/>
              </a:ext>
            </a:extLst>
          </p:cNvPr>
          <p:cNvSpPr/>
          <p:nvPr/>
        </p:nvSpPr>
        <p:spPr>
          <a:xfrm rot="16200000">
            <a:off x="7186590" y="5368391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FCCFB-C85C-A5D4-413E-201419191685}"/>
              </a:ext>
            </a:extLst>
          </p:cNvPr>
          <p:cNvSpPr txBox="1"/>
          <p:nvPr/>
        </p:nvSpPr>
        <p:spPr>
          <a:xfrm>
            <a:off x="7101509" y="5783367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FD7B837-985B-4D0B-E57C-B5FEB792D9D4}"/>
              </a:ext>
            </a:extLst>
          </p:cNvPr>
          <p:cNvCxnSpPr>
            <a:cxnSpLocks/>
          </p:cNvCxnSpPr>
          <p:nvPr/>
        </p:nvCxnSpPr>
        <p:spPr>
          <a:xfrm>
            <a:off x="5940348" y="606403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4A69C9-1233-FB4C-0F6F-5C675E5337CC}"/>
              </a:ext>
            </a:extLst>
          </p:cNvPr>
          <p:cNvCxnSpPr>
            <a:cxnSpLocks/>
          </p:cNvCxnSpPr>
          <p:nvPr/>
        </p:nvCxnSpPr>
        <p:spPr>
          <a:xfrm>
            <a:off x="7756085" y="610751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815DD08-49B0-F8D4-4DD5-562D02E34AA2}"/>
              </a:ext>
            </a:extLst>
          </p:cNvPr>
          <p:cNvSpPr txBox="1"/>
          <p:nvPr/>
        </p:nvSpPr>
        <p:spPr>
          <a:xfrm>
            <a:off x="7212863" y="1033530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3EF97-E39A-A23C-166F-B3DDCC67D241}"/>
              </a:ext>
            </a:extLst>
          </p:cNvPr>
          <p:cNvSpPr txBox="1"/>
          <p:nvPr/>
        </p:nvSpPr>
        <p:spPr>
          <a:xfrm>
            <a:off x="7144748" y="878660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131FCBF-EAC1-4552-B33C-8CA825D84815}"/>
              </a:ext>
            </a:extLst>
          </p:cNvPr>
          <p:cNvGrpSpPr/>
          <p:nvPr/>
        </p:nvGrpSpPr>
        <p:grpSpPr>
          <a:xfrm>
            <a:off x="6246117" y="1535446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74FF80E-5AFE-2733-8EE3-701146A70C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550B80E-46BD-2622-A1FB-97875029CC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5F9D5A-CCD2-C2CE-8DCE-6AEA975B92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826FFD6-D1F2-9E46-A59D-5456FF4F9E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D6F73A67-F769-0ADA-5822-2B82181BEBB6}"/>
              </a:ext>
            </a:extLst>
          </p:cNvPr>
          <p:cNvSpPr/>
          <p:nvPr/>
        </p:nvSpPr>
        <p:spPr>
          <a:xfrm>
            <a:off x="5067908" y="3346438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29115BD-DBA4-7C0D-B49C-5FFAAB27A2CC}"/>
              </a:ext>
            </a:extLst>
          </p:cNvPr>
          <p:cNvSpPr/>
          <p:nvPr/>
        </p:nvSpPr>
        <p:spPr>
          <a:xfrm>
            <a:off x="6205961" y="3593840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6231254B-4677-CCFC-8365-6FA0099D5573}"/>
              </a:ext>
            </a:extLst>
          </p:cNvPr>
          <p:cNvSpPr/>
          <p:nvPr/>
        </p:nvSpPr>
        <p:spPr>
          <a:xfrm rot="16200000">
            <a:off x="7058666" y="4185293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23D91-0DCC-324D-5286-CFF38775B745}"/>
              </a:ext>
            </a:extLst>
          </p:cNvPr>
          <p:cNvSpPr txBox="1"/>
          <p:nvPr/>
        </p:nvSpPr>
        <p:spPr>
          <a:xfrm>
            <a:off x="6767023" y="4510737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8E333984-AE2F-3782-3A31-DE5E725C8D88}"/>
              </a:ext>
            </a:extLst>
          </p:cNvPr>
          <p:cNvSpPr/>
          <p:nvPr/>
        </p:nvSpPr>
        <p:spPr>
          <a:xfrm rot="16200000">
            <a:off x="7598989" y="4274354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27E4F-3C05-E98A-8237-07A2719CE3BC}"/>
              </a:ext>
            </a:extLst>
          </p:cNvPr>
          <p:cNvSpPr txBox="1"/>
          <p:nvPr/>
        </p:nvSpPr>
        <p:spPr>
          <a:xfrm>
            <a:off x="6778898" y="5175746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7A4D459-6B73-72F7-2EE8-5FD5214C593A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7085435" y="3869207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CAD1B3-E3A9-A9A6-15D7-467A6A41DB74}"/>
              </a:ext>
            </a:extLst>
          </p:cNvPr>
          <p:cNvCxnSpPr>
            <a:cxnSpLocks/>
          </p:cNvCxnSpPr>
          <p:nvPr/>
        </p:nvCxnSpPr>
        <p:spPr>
          <a:xfrm flipV="1">
            <a:off x="7825210" y="4069232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0687A552-0BE1-804D-F7A9-B22E8FD7C3F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28769911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F72C-96C4-8CA6-F7F5-4DDA6EC9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F303BEE-AD65-15E2-9D39-A876791B6346}"/>
              </a:ext>
            </a:extLst>
          </p:cNvPr>
          <p:cNvCxnSpPr>
            <a:cxnSpLocks/>
          </p:cNvCxnSpPr>
          <p:nvPr/>
        </p:nvCxnSpPr>
        <p:spPr>
          <a:xfrm flipV="1">
            <a:off x="6422135" y="2558005"/>
            <a:ext cx="0" cy="15125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8171D98-2377-B804-9F67-FF86BA580695}"/>
              </a:ext>
            </a:extLst>
          </p:cNvPr>
          <p:cNvSpPr txBox="1"/>
          <p:nvPr/>
        </p:nvSpPr>
        <p:spPr>
          <a:xfrm>
            <a:off x="6012984" y="231188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0C9BBC-E800-80FB-0D50-496F7EC5BE92}"/>
              </a:ext>
            </a:extLst>
          </p:cNvPr>
          <p:cNvGrpSpPr/>
          <p:nvPr/>
        </p:nvGrpSpPr>
        <p:grpSpPr>
          <a:xfrm>
            <a:off x="4398381" y="2796192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0F00E863-774C-62C3-E514-5CDDCB65C3DD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0866F74-41EB-FC55-BE43-B0ECAC8D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A3CDDE-6A05-AEE7-71D4-1444BF9BB5C9}"/>
              </a:ext>
            </a:extLst>
          </p:cNvPr>
          <p:cNvCxnSpPr>
            <a:cxnSpLocks/>
          </p:cNvCxnSpPr>
          <p:nvPr/>
        </p:nvCxnSpPr>
        <p:spPr>
          <a:xfrm>
            <a:off x="6411327" y="4061808"/>
            <a:ext cx="2454881" cy="10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126BFE9-F621-0A0D-833E-A947A33F68F2}"/>
              </a:ext>
            </a:extLst>
          </p:cNvPr>
          <p:cNvSpPr txBox="1"/>
          <p:nvPr/>
        </p:nvSpPr>
        <p:spPr>
          <a:xfrm>
            <a:off x="8736658" y="400838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B6B11C-4D5B-6F47-CBA4-D37C51DF3592}"/>
              </a:ext>
            </a:extLst>
          </p:cNvPr>
          <p:cNvGrpSpPr/>
          <p:nvPr/>
        </p:nvGrpSpPr>
        <p:grpSpPr>
          <a:xfrm rot="2836464">
            <a:off x="6354652" y="3106525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39F53773-0CB1-0B44-F083-11CC7622FDE9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702B370-FC1E-B8A8-206D-D331993277A2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Left Bracket 1">
            <a:extLst>
              <a:ext uri="{FF2B5EF4-FFF2-40B4-BE49-F238E27FC236}">
                <a16:creationId xmlns:a16="http://schemas.microsoft.com/office/drawing/2014/main" id="{DA36F277-F846-8FD3-7008-CF2F1F605768}"/>
              </a:ext>
            </a:extLst>
          </p:cNvPr>
          <p:cNvSpPr/>
          <p:nvPr/>
        </p:nvSpPr>
        <p:spPr>
          <a:xfrm rot="16200000">
            <a:off x="7284613" y="4027878"/>
            <a:ext cx="246096" cy="195047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CE838-B5DB-1764-6F97-85399261CB81}"/>
              </a:ext>
            </a:extLst>
          </p:cNvPr>
          <p:cNvSpPr txBox="1"/>
          <p:nvPr/>
        </p:nvSpPr>
        <p:spPr>
          <a:xfrm>
            <a:off x="7204680" y="5097316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48081E-BD78-B852-4F5D-45CBAD85A3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718609F8-D48B-D915-2A32-C7D181D783B7}"/>
              </a:ext>
            </a:extLst>
          </p:cNvPr>
          <p:cNvSpPr/>
          <p:nvPr/>
        </p:nvSpPr>
        <p:spPr>
          <a:xfrm rot="18823183">
            <a:off x="6088398" y="4041709"/>
            <a:ext cx="115295" cy="28646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1BC9D6-7C93-9FC9-4586-D29E6CF2A066}"/>
              </a:ext>
            </a:extLst>
          </p:cNvPr>
          <p:cNvSpPr txBox="1"/>
          <p:nvPr/>
        </p:nvSpPr>
        <p:spPr>
          <a:xfrm>
            <a:off x="5788330" y="405647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B06BF7B5-8179-26E2-647A-A0EE63E65151}"/>
              </a:ext>
            </a:extLst>
          </p:cNvPr>
          <p:cNvSpPr/>
          <p:nvPr/>
        </p:nvSpPr>
        <p:spPr>
          <a:xfrm rot="16200000">
            <a:off x="5687668" y="3414674"/>
            <a:ext cx="1508111" cy="1237115"/>
          </a:xfrm>
          <a:prstGeom prst="arc">
            <a:avLst>
              <a:gd name="adj1" fmla="val 53252"/>
              <a:gd name="adj2" fmla="val 2907196"/>
            </a:avLst>
          </a:prstGeom>
          <a:ln w="381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3FEB88-9A4A-5F76-DC4F-7EF8745C708E}"/>
              </a:ext>
            </a:extLst>
          </p:cNvPr>
          <p:cNvSpPr txBox="1"/>
          <p:nvPr/>
        </p:nvSpPr>
        <p:spPr>
          <a:xfrm>
            <a:off x="6638657" y="291487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29542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4F79F-22FB-70A5-AE01-363CE101C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4EF8935-96B4-08B6-0D84-DE0FDFCD58A4}"/>
              </a:ext>
            </a:extLst>
          </p:cNvPr>
          <p:cNvGrpSpPr/>
          <p:nvPr/>
        </p:nvGrpSpPr>
        <p:grpSpPr>
          <a:xfrm>
            <a:off x="1284791" y="2501949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8050BAD-4DC6-F3F8-B439-194B1BE54EE1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CD3954-D55C-2E03-E289-37F3E56588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8FC1D-8D88-40A0-A7E2-90B86E886511}"/>
              </a:ext>
            </a:extLst>
          </p:cNvPr>
          <p:cNvGrpSpPr/>
          <p:nvPr/>
        </p:nvGrpSpPr>
        <p:grpSpPr>
          <a:xfrm rot="2836464">
            <a:off x="3241062" y="2812282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ECCBEA7B-CFBF-C4F5-56F2-BE19075DE7A4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98F9226-87AB-C7A3-C433-0944F55A3960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02E8C54-70BA-AAB3-3BFE-B1C116EFECB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03E77-77F4-95D8-F934-24C881DB74BC}"/>
              </a:ext>
            </a:extLst>
          </p:cNvPr>
          <p:cNvSpPr txBox="1"/>
          <p:nvPr/>
        </p:nvSpPr>
        <p:spPr>
          <a:xfrm>
            <a:off x="3661243" y="433554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CD0A13F-218C-479C-0CA6-EF684048163E}"/>
              </a:ext>
            </a:extLst>
          </p:cNvPr>
          <p:cNvGrpSpPr/>
          <p:nvPr/>
        </p:nvGrpSpPr>
        <p:grpSpPr>
          <a:xfrm>
            <a:off x="959413" y="2164466"/>
            <a:ext cx="4716010" cy="3426106"/>
            <a:chOff x="959413" y="2164466"/>
            <a:chExt cx="4716010" cy="3426106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0296D4-F90C-5D76-8A50-F49BA409EC53}"/>
                </a:ext>
              </a:extLst>
            </p:cNvPr>
            <p:cNvSpPr/>
            <p:nvPr/>
          </p:nvSpPr>
          <p:spPr>
            <a:xfrm>
              <a:off x="959413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93F6B7F-6FC1-4D0E-198C-BB9D524E5139}"/>
                </a:ext>
              </a:extLst>
            </p:cNvPr>
            <p:cNvSpPr/>
            <p:nvPr/>
          </p:nvSpPr>
          <p:spPr>
            <a:xfrm>
              <a:off x="2281620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EF706E-7682-9C17-2368-EB302A0549A3}"/>
                </a:ext>
              </a:extLst>
            </p:cNvPr>
            <p:cNvCxnSpPr/>
            <p:nvPr/>
          </p:nvCxnSpPr>
          <p:spPr>
            <a:xfrm flipH="1" flipV="1">
              <a:off x="3291009" y="2164466"/>
              <a:ext cx="44856" cy="3426106"/>
            </a:xfrm>
            <a:prstGeom prst="straightConnector1">
              <a:avLst/>
            </a:prstGeom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B3040B1-79E7-60A5-F12E-1961B717BC11}"/>
                </a:ext>
              </a:extLst>
            </p:cNvPr>
            <p:cNvSpPr/>
            <p:nvPr/>
          </p:nvSpPr>
          <p:spPr>
            <a:xfrm flipH="1">
              <a:off x="4759331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FD98DE3F-71F3-2534-6FC0-CC53BE3DDCC1}"/>
                </a:ext>
              </a:extLst>
            </p:cNvPr>
            <p:cNvSpPr/>
            <p:nvPr/>
          </p:nvSpPr>
          <p:spPr>
            <a:xfrm flipH="1">
              <a:off x="4086795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AE2EA2D-A764-21BA-7968-265CDEB7EE9D}"/>
              </a:ext>
            </a:extLst>
          </p:cNvPr>
          <p:cNvGrpSpPr/>
          <p:nvPr/>
        </p:nvGrpSpPr>
        <p:grpSpPr>
          <a:xfrm>
            <a:off x="4463808" y="1919702"/>
            <a:ext cx="896655" cy="739645"/>
            <a:chOff x="4463808" y="1919702"/>
            <a:chExt cx="896655" cy="73964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3B8224-56FF-9906-09D4-8CAB2FF7FCC7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CD54856-A882-C15E-4718-61D67CFB84A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5D3B11CF-F1DD-46B4-1538-41E488C70EAF}"/>
              </a:ext>
            </a:extLst>
          </p:cNvPr>
          <p:cNvSpPr txBox="1"/>
          <p:nvPr/>
        </p:nvSpPr>
        <p:spPr>
          <a:xfrm>
            <a:off x="2414830" y="1705240"/>
            <a:ext cx="12697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¡Facil!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B2C17D-C52C-2467-884D-6D89BFB10BE4}"/>
              </a:ext>
            </a:extLst>
          </p:cNvPr>
          <p:cNvGrpSpPr/>
          <p:nvPr/>
        </p:nvGrpSpPr>
        <p:grpSpPr>
          <a:xfrm rot="18717076">
            <a:off x="6754512" y="2819287"/>
            <a:ext cx="3984517" cy="1854101"/>
            <a:chOff x="6963168" y="2501949"/>
            <a:chExt cx="3984517" cy="18541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DD3D3BE-E918-09F3-08F2-6631EC93A684}"/>
                </a:ext>
              </a:extLst>
            </p:cNvPr>
            <p:cNvGrpSpPr/>
            <p:nvPr/>
          </p:nvGrpSpPr>
          <p:grpSpPr>
            <a:xfrm>
              <a:off x="6963168" y="2501949"/>
              <a:ext cx="3984517" cy="1854101"/>
              <a:chOff x="2942677" y="489475"/>
              <a:chExt cx="3984517" cy="1854101"/>
            </a:xfrm>
          </p:grpSpPr>
          <p:sp>
            <p:nvSpPr>
              <p:cNvPr id="36" name="Arc 35">
                <a:extLst>
                  <a:ext uri="{FF2B5EF4-FFF2-40B4-BE49-F238E27FC236}">
                    <a16:creationId xmlns:a16="http://schemas.microsoft.com/office/drawing/2014/main" id="{AD624807-F946-0532-6170-5385775318D1}"/>
                  </a:ext>
                </a:extLst>
              </p:cNvPr>
              <p:cNvSpPr/>
              <p:nvPr/>
            </p:nvSpPr>
            <p:spPr>
              <a:xfrm>
                <a:off x="2942677" y="1211142"/>
                <a:ext cx="3984517" cy="1132434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504D19-CBC2-0E15-140D-83928A9A4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3661" y="489475"/>
                <a:ext cx="0" cy="1260279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4EE0F9F-5FA9-6BDD-5431-CB31D7693733}"/>
                </a:ext>
              </a:extLst>
            </p:cNvPr>
            <p:cNvGrpSpPr/>
            <p:nvPr/>
          </p:nvGrpSpPr>
          <p:grpSpPr>
            <a:xfrm rot="2836464">
              <a:off x="8919439" y="2812282"/>
              <a:ext cx="861358" cy="1227596"/>
              <a:chOff x="4520774" y="685201"/>
              <a:chExt cx="861358" cy="1186678"/>
            </a:xfrm>
          </p:grpSpPr>
          <p:sp>
            <p:nvSpPr>
              <p:cNvPr id="39" name="Arc 38">
                <a:extLst>
                  <a:ext uri="{FF2B5EF4-FFF2-40B4-BE49-F238E27FC236}">
                    <a16:creationId xmlns:a16="http://schemas.microsoft.com/office/drawing/2014/main" id="{18D0E7C5-C6B2-059E-0FAB-66CEFC9EBF25}"/>
                  </a:ext>
                </a:extLst>
              </p:cNvPr>
              <p:cNvSpPr/>
              <p:nvPr/>
            </p:nvSpPr>
            <p:spPr>
              <a:xfrm>
                <a:off x="4690772" y="1620088"/>
                <a:ext cx="549966" cy="251791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3B27EBE-B0E7-D383-0E8E-7BB8BF73A9A0}"/>
                  </a:ext>
                </a:extLst>
              </p:cNvPr>
              <p:cNvCxnSpPr>
                <a:cxnSpLocks/>
              </p:cNvCxnSpPr>
              <p:nvPr/>
            </p:nvCxnSpPr>
            <p:spPr>
              <a:xfrm rot="18763536" flipV="1">
                <a:off x="4505215" y="700760"/>
                <a:ext cx="892475" cy="861358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5274A42-C5DE-421A-14AD-15BC145B1012}"/>
              </a:ext>
            </a:extLst>
          </p:cNvPr>
          <p:cNvSpPr txBox="1"/>
          <p:nvPr/>
        </p:nvSpPr>
        <p:spPr>
          <a:xfrm>
            <a:off x="8473143" y="37561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F9BBBFD-2459-0FA4-FC87-F7D145285CB0}"/>
              </a:ext>
            </a:extLst>
          </p:cNvPr>
          <p:cNvGrpSpPr/>
          <p:nvPr/>
        </p:nvGrpSpPr>
        <p:grpSpPr>
          <a:xfrm>
            <a:off x="7809940" y="2409944"/>
            <a:ext cx="1139853" cy="3064028"/>
            <a:chOff x="7779255" y="2409944"/>
            <a:chExt cx="1139853" cy="3064028"/>
          </a:xfrm>
        </p:grpSpPr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A5595B3-0244-253B-5173-5EA4E3C61CEE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DCCC5D4A-225D-44C8-DDEE-DF6AFC1F52B8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94A835-7B35-67DE-1829-AACCEA0EE5C4}"/>
              </a:ext>
            </a:extLst>
          </p:cNvPr>
          <p:cNvCxnSpPr>
            <a:cxnSpLocks/>
          </p:cNvCxnSpPr>
          <p:nvPr/>
        </p:nvCxnSpPr>
        <p:spPr>
          <a:xfrm flipH="1" flipV="1">
            <a:off x="9000071" y="2250384"/>
            <a:ext cx="44856" cy="3426106"/>
          </a:xfrm>
          <a:prstGeom prst="straightConnector1">
            <a:avLst/>
          </a:prstGeom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74756F3-6128-87F9-B549-E4D08D920A44}"/>
              </a:ext>
            </a:extLst>
          </p:cNvPr>
          <p:cNvGrpSpPr/>
          <p:nvPr/>
        </p:nvGrpSpPr>
        <p:grpSpPr>
          <a:xfrm>
            <a:off x="9353203" y="1658256"/>
            <a:ext cx="896655" cy="739645"/>
            <a:chOff x="4463808" y="1919702"/>
            <a:chExt cx="896655" cy="73964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39EBB97-BD6E-8AC2-E332-58F008D067FF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2AE0AAB-01BC-FDC2-8F13-02F5D884E42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0DEC685-C1F6-0ACE-E1C9-C18657166A31}"/>
              </a:ext>
            </a:extLst>
          </p:cNvPr>
          <p:cNvSpPr txBox="1"/>
          <p:nvPr/>
        </p:nvSpPr>
        <p:spPr>
          <a:xfrm>
            <a:off x="7496944" y="1691819"/>
            <a:ext cx="1443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¡Dificil!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99DCB3-EB88-FF02-96AB-7CA95CE6D8A2}"/>
              </a:ext>
            </a:extLst>
          </p:cNvPr>
          <p:cNvGrpSpPr/>
          <p:nvPr/>
        </p:nvGrpSpPr>
        <p:grpSpPr>
          <a:xfrm flipH="1">
            <a:off x="9110135" y="2443549"/>
            <a:ext cx="1139853" cy="3064028"/>
            <a:chOff x="7779255" y="2409944"/>
            <a:chExt cx="1139853" cy="3064028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2185145-A55C-DB5F-EB8E-51638E5730A0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B39FA792-4AE3-79D8-1DA5-1E3EE9803B33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</p:spTree>
    <p:extLst>
      <p:ext uri="{BB962C8B-B14F-4D97-AF65-F5344CB8AC3E}">
        <p14:creationId xmlns:p14="http://schemas.microsoft.com/office/powerpoint/2010/main" val="43986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2897579" y="1021278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4979905" y="2046133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1865086" y="2755075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3490686" y="2090057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 flipV="1">
            <a:off x="4936837" y="2392878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2360075" y="1392988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4123030" y="3137396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4045148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5349487" y="2077853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5561891" y="266850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3097081" y="3577389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3000120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1669942" y="316161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1708705" y="30304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5911</TotalTime>
  <Words>582</Words>
  <Application>Microsoft Macintosh PowerPoint</Application>
  <PresentationFormat>Widescreen</PresentationFormat>
  <Paragraphs>389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64</cp:revision>
  <dcterms:created xsi:type="dcterms:W3CDTF">2024-10-24T17:35:19Z</dcterms:created>
  <dcterms:modified xsi:type="dcterms:W3CDTF">2025-12-02T22:53:49Z</dcterms:modified>
</cp:coreProperties>
</file>